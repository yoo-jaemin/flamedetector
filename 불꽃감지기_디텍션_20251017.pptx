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ContentType="application/vnd.openxmlformats-officedocument.custom-properties+xml" PartName="/docProps/custom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Relationship Id="rId5" Target="docProps/custom.xml" Type="http://schemas.openxmlformats.org/officeDocument/2006/relationships/custom-properties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0" r:id="rId2"/>
    <p:sldId id="261" r:id="rId3"/>
    <p:sldId id="262" r:id="rId4"/>
    <p:sldId id="263" r:id="rId5"/>
    <p:sldId id="259" r:id="rId6"/>
    <p:sldId id="258" r:id="rId7"/>
    <p:sldId id="257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73F43-DE17-4F7C-B981-221D2ECD6FBE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2C4D7-34F1-4B62-A7F2-5CC6849B608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5945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E2C4D7-34F1-4B62-A7F2-5CC6849B608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94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131CD-A21B-B696-C2E0-43F4FC64FE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80C775-B97A-2E51-9C10-CCB2098B9F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FF200E-55AF-4D76-2036-25C57EEC9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4D667B-691C-E596-E01C-9E30E7C50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A3820B-BD50-F6B3-9248-4DA64E89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989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D8CC1B-3604-3101-06EB-A8706E389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911E00-8DCF-C83A-26FA-C841D9BCF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D9E698-DC2E-AE75-B8C3-8A861BE1D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24764D-704D-493C-0E64-4E4A28DD3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46E09B-F180-E314-DDF9-87604739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9284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6750A-9A90-7435-BFB0-D14B3FBB4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08CD17-C930-7F30-FA33-7DAC5F835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B60037-0A2A-AED0-DE2F-954962DF1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9D68C1-BB6F-9D6F-845D-7A03E19D6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FBCFF9-7E2E-8BCB-1E31-0CD9102A2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059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D73B9F-8821-1198-DA4F-12DAD0B30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9978CD-47AB-FEEF-8749-766E3A3632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8370BC5-2107-5AA2-7C17-8C8069A34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FDF852-C527-5C21-D653-999DF52D7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9B4ED1-AA44-DA9C-ABAA-E6FF56060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9969E7-6876-4FC5-5622-11DC62177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810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255E9B-B708-AA9C-B65F-1A5AFCE62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0D9A39-DAA2-06BB-38AA-AEEF1303D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636091C-52E4-0427-895A-5FC55B2E18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B659E78-0A32-9CFA-BE09-1EDA7C8763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7DED38D-6B07-D035-81C3-79DC9B37D4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FDB2E6E-01A7-9E60-20B9-2DAB182E6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5049D68-99E2-77D3-AA36-D8E731531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5165DD0-A570-A00A-C6E1-3E3456D9B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4424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658BD9-D4EF-2436-4FAE-84CD8C418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E661E53-F293-EACB-24C2-A6EF5F9D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C40A1E-947A-AF6E-DAC3-9662AAB56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3EE27F-2924-2B36-8F28-5CAF42126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506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5F56717-88C0-EAA2-B190-3D1FA3F2F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D458CF-B7EF-64F1-7DBF-A7FEA73D6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C3700-123E-9C41-90AE-98BEED4D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254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BC0DFD-94DD-0511-4A15-C55F0C15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23EF29-1632-7B0A-C698-94B71FC51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7B6674-3C4D-24E6-1E94-AA4BE3C8A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C5D428-E701-B39C-8196-CB93BEF26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2893-CE7E-6CB5-F27A-43D2DDEE1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A886CC-65A1-4DCE-2186-4888C67AB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388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FFD94-4913-1F74-4AB2-8DAF8FFF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003AAB1-24B3-DB82-541E-6D2BD97486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14C5FAD-75FC-4617-21A4-A45F47627F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DB8381-E535-6B4C-58D9-6F634FDDC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EC6E3B-E4F9-C9AF-CC74-E6A5D72E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C545B2-5684-C4C6-D1F6-151047CF5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492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1169D-E059-3994-6592-2E3BFCE5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3C165B-A118-7917-2B0B-E1B731E3B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D66577-3D2A-92A6-CB4A-BDE2CC46C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633B4-EA96-9340-842A-F8D084935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D91C73-01FE-DD9B-C046-B28CFA12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233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F5AAA7D-520D-7C36-199E-9A77003729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19F716-8A4C-1759-2738-7A016CCC7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C560B6-F5D2-5870-504A-CE57A9579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65E085-8E3E-8C09-9C49-FF0613FD5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0F40C8-34AB-D55B-F923-639592CD3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9533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B819C47-17AC-F4C1-0EFA-1BD01E077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1F2F65-B0D9-F498-E662-6BB8611D0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DEAAF9-8F4F-B524-A71F-C0A8106E5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B390ED-8EFD-4F97-80F8-8441537E7797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201FCE-B92C-4D72-5073-7E7B08D312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32817E-9873-58FD-67AA-A53BB71B8C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358E9C-4508-4855-BEC4-FCC6971502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9872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CEC89B9-2D81-CDCE-CE43-8A1A4BCA8E1D}"/>
              </a:ext>
            </a:extLst>
          </p:cNvPr>
          <p:cNvSpPr txBox="1"/>
          <p:nvPr/>
        </p:nvSpPr>
        <p:spPr>
          <a:xfrm>
            <a:off x="695325" y="1095375"/>
            <a:ext cx="1704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 Type : UV-IR ]</a:t>
            </a:r>
            <a:endParaRPr lang="ko-KR" alt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56B68E-32F2-0990-37E6-573F52FA44E9}"/>
              </a:ext>
            </a:extLst>
          </p:cNvPr>
          <p:cNvSpPr txBox="1"/>
          <p:nvPr/>
        </p:nvSpPr>
        <p:spPr>
          <a:xfrm>
            <a:off x="590551" y="3676650"/>
            <a:ext cx="1704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 Type : Tri-IR ]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595C7-0BDA-D5C3-7E22-B3CE14CAD5E4}"/>
              </a:ext>
            </a:extLst>
          </p:cNvPr>
          <p:cNvSpPr txBox="1"/>
          <p:nvPr/>
        </p:nvSpPr>
        <p:spPr>
          <a:xfrm>
            <a:off x="704850" y="1485900"/>
            <a:ext cx="3114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</a:t>
            </a:r>
            <a:r>
              <a:rPr lang="en-US" altLang="ko-KR" sz="1400" dirty="0" err="1"/>
              <a:t>IrCnt</a:t>
            </a:r>
            <a:r>
              <a:rPr lang="en-US" altLang="ko-KR" sz="1400" dirty="0"/>
              <a:t> : 2</a:t>
            </a:r>
            <a:r>
              <a:rPr lang="ko-KR" altLang="en-US" sz="1400" dirty="0"/>
              <a:t>번 연속 감지되면 </a:t>
            </a:r>
            <a:r>
              <a:rPr lang="en-US" altLang="ko-KR" sz="1400" dirty="0" err="1"/>
              <a:t>Cnt</a:t>
            </a:r>
            <a:r>
              <a:rPr lang="en-US" altLang="ko-KR" sz="1400" dirty="0"/>
              <a:t>++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208708-D4CA-0EB3-A20E-68FFF9A69155}"/>
              </a:ext>
            </a:extLst>
          </p:cNvPr>
          <p:cNvSpPr txBox="1"/>
          <p:nvPr/>
        </p:nvSpPr>
        <p:spPr>
          <a:xfrm>
            <a:off x="704850" y="1865411"/>
            <a:ext cx="53054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</a:t>
            </a:r>
            <a:r>
              <a:rPr lang="en-US" altLang="ko-KR" sz="1400" dirty="0" err="1"/>
              <a:t>UvCnt</a:t>
            </a:r>
            <a:r>
              <a:rPr lang="en-US" altLang="ko-KR" sz="1400" dirty="0"/>
              <a:t> : 3</a:t>
            </a:r>
            <a:r>
              <a:rPr lang="ko-KR" altLang="en-US" sz="1400" dirty="0"/>
              <a:t>번 연속 감지되면 </a:t>
            </a:r>
            <a:r>
              <a:rPr lang="en-US" altLang="ko-KR" sz="1400" dirty="0" err="1"/>
              <a:t>Cnt</a:t>
            </a:r>
            <a:r>
              <a:rPr lang="en-US" altLang="ko-KR" sz="1400" dirty="0"/>
              <a:t>++</a:t>
            </a:r>
            <a:endParaRPr lang="ko-KR" altLang="en-US" sz="14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67B498A-6238-72F5-154F-9D73D493C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810063"/>
              </p:ext>
            </p:extLst>
          </p:nvPr>
        </p:nvGraphicFramePr>
        <p:xfrm>
          <a:off x="6010275" y="1516737"/>
          <a:ext cx="504698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1745">
                  <a:extLst>
                    <a:ext uri="{9D8B030D-6E8A-4147-A177-3AD203B41FA5}">
                      <a16:colId xmlns:a16="http://schemas.microsoft.com/office/drawing/2014/main" val="9737103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1577217755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731067339"/>
                    </a:ext>
                  </a:extLst>
                </a:gridCol>
                <a:gridCol w="1261745">
                  <a:extLst>
                    <a:ext uri="{9D8B030D-6E8A-4147-A177-3AD203B41FA5}">
                      <a16:colId xmlns:a16="http://schemas.microsoft.com/office/drawing/2014/main" val="325492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IrCnt</a:t>
                      </a:r>
                      <a:r>
                        <a:rPr lang="en-US" altLang="ko-KR" sz="1400" dirty="0"/>
                        <a:t> 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UvCnt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FlameCnt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AlarmCnt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954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710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45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15773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5BAD4A1-E138-B375-FD6E-7AF7F4491077}"/>
              </a:ext>
            </a:extLst>
          </p:cNvPr>
          <p:cNvSpPr txBox="1"/>
          <p:nvPr/>
        </p:nvSpPr>
        <p:spPr>
          <a:xfrm>
            <a:off x="547687" y="559554"/>
            <a:ext cx="290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1. Type </a:t>
            </a:r>
            <a:r>
              <a:rPr lang="ko-KR" altLang="en-US" b="1" dirty="0"/>
              <a:t>별 기본 동작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A87DC-E24F-6D16-F1C4-60B7DA32DB99}"/>
              </a:ext>
            </a:extLst>
          </p:cNvPr>
          <p:cNvSpPr txBox="1"/>
          <p:nvPr/>
        </p:nvSpPr>
        <p:spPr>
          <a:xfrm>
            <a:off x="704851" y="2258417"/>
            <a:ext cx="4133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</a:t>
            </a:r>
            <a:r>
              <a:rPr lang="en-US" altLang="ko-KR" sz="1400" dirty="0" err="1"/>
              <a:t>IrCnt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UvCnt</a:t>
            </a:r>
            <a:r>
              <a:rPr lang="en-US" altLang="ko-KR" sz="1400" dirty="0"/>
              <a:t> </a:t>
            </a:r>
            <a:r>
              <a:rPr lang="ko-KR" altLang="en-US" sz="1400" dirty="0"/>
              <a:t>동시에 감지되어야지 </a:t>
            </a:r>
            <a:r>
              <a:rPr lang="en-US" altLang="ko-KR" sz="1400" dirty="0" err="1"/>
              <a:t>FlameCnt</a:t>
            </a:r>
            <a:r>
              <a:rPr lang="en-US" altLang="ko-KR" sz="1400" dirty="0"/>
              <a:t>++</a:t>
            </a:r>
            <a:r>
              <a:rPr lang="ko-KR" altLang="en-US" sz="1400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52FAFB-E98A-9AA0-6D0A-69CE98709DCC}"/>
              </a:ext>
            </a:extLst>
          </p:cNvPr>
          <p:cNvSpPr txBox="1"/>
          <p:nvPr/>
        </p:nvSpPr>
        <p:spPr>
          <a:xfrm>
            <a:off x="590550" y="4137918"/>
            <a:ext cx="5372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</a:t>
            </a:r>
            <a:r>
              <a:rPr lang="en-US" altLang="ko-KR" sz="1400" dirty="0" err="1"/>
              <a:t>IrCnt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UvCnt</a:t>
            </a:r>
            <a:r>
              <a:rPr lang="en-US" altLang="ko-KR" sz="1400" dirty="0"/>
              <a:t> </a:t>
            </a:r>
            <a:r>
              <a:rPr lang="ko-KR" altLang="en-US" sz="1400" dirty="0"/>
              <a:t>동시에 연속 </a:t>
            </a:r>
            <a:r>
              <a:rPr lang="en-US" altLang="ko-KR" sz="1400" dirty="0"/>
              <a:t>3</a:t>
            </a:r>
            <a:r>
              <a:rPr lang="ko-KR" altLang="en-US" sz="1400" dirty="0"/>
              <a:t>번 감지되어야지 </a:t>
            </a:r>
            <a:r>
              <a:rPr lang="en-US" altLang="ko-KR" sz="1400" dirty="0" err="1"/>
              <a:t>IrCnt</a:t>
            </a:r>
            <a:r>
              <a:rPr lang="en-US" altLang="ko-KR" sz="1400" dirty="0"/>
              <a:t>++, </a:t>
            </a:r>
            <a:r>
              <a:rPr lang="en-US" altLang="ko-KR" sz="1400" dirty="0" err="1"/>
              <a:t>UvCnt</a:t>
            </a:r>
            <a:r>
              <a:rPr lang="en-US" altLang="ko-KR" sz="1400" dirty="0"/>
              <a:t>++</a:t>
            </a:r>
            <a:r>
              <a:rPr lang="ko-KR" altLang="en-US" sz="1400" dirty="0"/>
              <a:t>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3E0C3D-32C7-38DA-F824-CD50FD74124B}"/>
              </a:ext>
            </a:extLst>
          </p:cNvPr>
          <p:cNvSpPr txBox="1"/>
          <p:nvPr/>
        </p:nvSpPr>
        <p:spPr>
          <a:xfrm>
            <a:off x="590549" y="4837311"/>
            <a:ext cx="50469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</a:t>
            </a:r>
            <a:r>
              <a:rPr lang="en-US" altLang="ko-KR" sz="1400" dirty="0" err="1"/>
              <a:t>IrWarCnt</a:t>
            </a:r>
            <a:r>
              <a:rPr lang="en-US" altLang="ko-KR" sz="1400" dirty="0"/>
              <a:t> : </a:t>
            </a:r>
            <a:r>
              <a:rPr lang="ko-KR" altLang="en-US" sz="1400" dirty="0"/>
              <a:t>직전 </a:t>
            </a:r>
            <a:r>
              <a:rPr lang="en-US" altLang="ko-KR" sz="1400" dirty="0"/>
              <a:t>(-1Sec) 1</a:t>
            </a:r>
            <a:r>
              <a:rPr lang="ko-KR" altLang="en-US" sz="1400" dirty="0"/>
              <a:t>번 이상 감지되면 </a:t>
            </a:r>
            <a:r>
              <a:rPr lang="en-US" altLang="ko-KR" sz="1400" dirty="0" err="1"/>
              <a:t>IrWarCnt</a:t>
            </a:r>
            <a:r>
              <a:rPr lang="en-US" altLang="ko-KR" sz="1400" dirty="0"/>
              <a:t>++</a:t>
            </a:r>
            <a:r>
              <a:rPr lang="ko-KR" altLang="en-US" sz="1400" dirty="0"/>
              <a:t> 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6A934D0-8B96-EE3D-4F99-4A793A7CF0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912313"/>
              </p:ext>
            </p:extLst>
          </p:nvPr>
        </p:nvGraphicFramePr>
        <p:xfrm>
          <a:off x="6010275" y="4137918"/>
          <a:ext cx="5740401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13467">
                  <a:extLst>
                    <a:ext uri="{9D8B030D-6E8A-4147-A177-3AD203B41FA5}">
                      <a16:colId xmlns:a16="http://schemas.microsoft.com/office/drawing/2014/main" val="2645665377"/>
                    </a:ext>
                  </a:extLst>
                </a:gridCol>
                <a:gridCol w="1913467">
                  <a:extLst>
                    <a:ext uri="{9D8B030D-6E8A-4147-A177-3AD203B41FA5}">
                      <a16:colId xmlns:a16="http://schemas.microsoft.com/office/drawing/2014/main" val="2691716698"/>
                    </a:ext>
                  </a:extLst>
                </a:gridCol>
                <a:gridCol w="1913467">
                  <a:extLst>
                    <a:ext uri="{9D8B030D-6E8A-4147-A177-3AD203B41FA5}">
                      <a16:colId xmlns:a16="http://schemas.microsoft.com/office/drawing/2014/main" val="36827104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IrWarCnt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FlameCnt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AlarmCnt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515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99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882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3573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10003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3C70C5F-2DE0-6720-F6AF-24B34E43D9DE}"/>
              </a:ext>
            </a:extLst>
          </p:cNvPr>
          <p:cNvSpPr txBox="1"/>
          <p:nvPr/>
        </p:nvSpPr>
        <p:spPr>
          <a:xfrm>
            <a:off x="733426" y="4499868"/>
            <a:ext cx="4443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-&gt; </a:t>
            </a:r>
            <a:r>
              <a:rPr lang="en-US" altLang="ko-KR" sz="1400" dirty="0" err="1"/>
              <a:t>FlameCnt</a:t>
            </a:r>
            <a:r>
              <a:rPr lang="en-US" altLang="ko-KR" sz="1400" dirty="0"/>
              <a:t>++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5891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B0F33AA-1DB3-E768-05E4-AE99B55820B7}"/>
              </a:ext>
            </a:extLst>
          </p:cNvPr>
          <p:cNvSpPr txBox="1"/>
          <p:nvPr/>
        </p:nvSpPr>
        <p:spPr>
          <a:xfrm>
            <a:off x="585787" y="559554"/>
            <a:ext cx="4281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2. Type </a:t>
            </a:r>
            <a:r>
              <a:rPr lang="ko-KR" altLang="en-US" b="1" dirty="0"/>
              <a:t>별 </a:t>
            </a:r>
            <a:r>
              <a:rPr lang="en-US" altLang="ko-KR" b="1" dirty="0"/>
              <a:t>Delay </a:t>
            </a:r>
            <a:r>
              <a:rPr lang="en-US" altLang="ko-KR" b="1" dirty="0" err="1"/>
              <a:t>Cnt</a:t>
            </a:r>
            <a:r>
              <a:rPr lang="en-US" altLang="ko-KR" b="1" dirty="0"/>
              <a:t> </a:t>
            </a:r>
            <a:r>
              <a:rPr lang="ko-KR" altLang="en-US" b="1" dirty="0"/>
              <a:t>동작 예시</a:t>
            </a:r>
            <a:r>
              <a:rPr lang="en-US" altLang="ko-KR" b="1" dirty="0"/>
              <a:t>.</a:t>
            </a:r>
            <a:r>
              <a:rPr lang="ko-KR" altLang="en-US" b="1" dirty="0"/>
              <a:t>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142DC-379B-6860-D212-1809E3293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803" y="1573661"/>
            <a:ext cx="6402898" cy="47247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BA2583-3989-8BE9-BC12-3CA389866534}"/>
              </a:ext>
            </a:extLst>
          </p:cNvPr>
          <p:cNvSpPr txBox="1"/>
          <p:nvPr/>
        </p:nvSpPr>
        <p:spPr>
          <a:xfrm>
            <a:off x="604837" y="1063029"/>
            <a:ext cx="1704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 Type : UV-IR ]</a:t>
            </a:r>
            <a:endParaRPr lang="ko-KR" alt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44F112-F2D0-A668-9E88-D142E4190E51}"/>
              </a:ext>
            </a:extLst>
          </p:cNvPr>
          <p:cNvSpPr txBox="1"/>
          <p:nvPr/>
        </p:nvSpPr>
        <p:spPr>
          <a:xfrm>
            <a:off x="8239125" y="1057195"/>
            <a:ext cx="1071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AlarmState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CB2B24-EB55-54A3-5143-E169F89DCE63}"/>
              </a:ext>
            </a:extLst>
          </p:cNvPr>
          <p:cNvSpPr txBox="1"/>
          <p:nvPr/>
        </p:nvSpPr>
        <p:spPr>
          <a:xfrm>
            <a:off x="7486650" y="1063029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DelayCnt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8227F9A-727F-D6BC-6CCD-717207C8152B}"/>
              </a:ext>
            </a:extLst>
          </p:cNvPr>
          <p:cNvCxnSpPr/>
          <p:nvPr/>
        </p:nvCxnSpPr>
        <p:spPr>
          <a:xfrm flipH="1">
            <a:off x="7674769" y="1303416"/>
            <a:ext cx="133350" cy="2476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991489E-4226-4FF1-2DC8-287092E6D1DF}"/>
              </a:ext>
            </a:extLst>
          </p:cNvPr>
          <p:cNvCxnSpPr>
            <a:cxnSpLocks/>
          </p:cNvCxnSpPr>
          <p:nvPr/>
        </p:nvCxnSpPr>
        <p:spPr>
          <a:xfrm flipH="1">
            <a:off x="7533470" y="5284338"/>
            <a:ext cx="1271780" cy="659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69821C-F754-2719-F3E9-E096F505AF65}"/>
              </a:ext>
            </a:extLst>
          </p:cNvPr>
          <p:cNvSpPr txBox="1"/>
          <p:nvPr/>
        </p:nvSpPr>
        <p:spPr>
          <a:xfrm>
            <a:off x="6894910" y="1052769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AlarmCnt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0B85A84-035A-7486-6C6F-7AD3E4236386}"/>
              </a:ext>
            </a:extLst>
          </p:cNvPr>
          <p:cNvCxnSpPr>
            <a:cxnSpLocks/>
          </p:cNvCxnSpPr>
          <p:nvPr/>
        </p:nvCxnSpPr>
        <p:spPr>
          <a:xfrm>
            <a:off x="7313267" y="1279063"/>
            <a:ext cx="131265" cy="2875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15DE214-7F18-54B7-F8A8-CDF643F2E39B}"/>
              </a:ext>
            </a:extLst>
          </p:cNvPr>
          <p:cNvSpPr txBox="1"/>
          <p:nvPr/>
        </p:nvSpPr>
        <p:spPr>
          <a:xfrm>
            <a:off x="6413897" y="814220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FlameCnt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368BE1-A8CC-0B38-2B7F-4EA9643F0846}"/>
              </a:ext>
            </a:extLst>
          </p:cNvPr>
          <p:cNvCxnSpPr>
            <a:cxnSpLocks/>
          </p:cNvCxnSpPr>
          <p:nvPr/>
        </p:nvCxnSpPr>
        <p:spPr>
          <a:xfrm>
            <a:off x="6885385" y="1041603"/>
            <a:ext cx="9525" cy="505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CA13F15-E514-BD22-C424-B6F0C9A838BD}"/>
              </a:ext>
            </a:extLst>
          </p:cNvPr>
          <p:cNvSpPr txBox="1"/>
          <p:nvPr/>
        </p:nvSpPr>
        <p:spPr>
          <a:xfrm>
            <a:off x="5998816" y="1140185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UvCnt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BC53AA6E-77F2-5EB1-2B77-F33B3D04C34A}"/>
              </a:ext>
            </a:extLst>
          </p:cNvPr>
          <p:cNvCxnSpPr>
            <a:cxnSpLocks/>
          </p:cNvCxnSpPr>
          <p:nvPr/>
        </p:nvCxnSpPr>
        <p:spPr>
          <a:xfrm>
            <a:off x="6294835" y="1349993"/>
            <a:ext cx="0" cy="1966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22BDD98-CF29-DC60-EA62-B95B147F0891}"/>
              </a:ext>
            </a:extLst>
          </p:cNvPr>
          <p:cNvSpPr txBox="1"/>
          <p:nvPr/>
        </p:nvSpPr>
        <p:spPr>
          <a:xfrm>
            <a:off x="5334000" y="1132376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IrCnt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E7CE3080-2679-7DFB-6BF1-0F7119465E8B}"/>
              </a:ext>
            </a:extLst>
          </p:cNvPr>
          <p:cNvCxnSpPr>
            <a:cxnSpLocks/>
          </p:cNvCxnSpPr>
          <p:nvPr/>
        </p:nvCxnSpPr>
        <p:spPr>
          <a:xfrm>
            <a:off x="5710237" y="1369919"/>
            <a:ext cx="0" cy="1966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C256C4F3-C8DD-5370-DF9E-048677480737}"/>
              </a:ext>
            </a:extLst>
          </p:cNvPr>
          <p:cNvSpPr/>
          <p:nvPr/>
        </p:nvSpPr>
        <p:spPr>
          <a:xfrm>
            <a:off x="2762251" y="2224286"/>
            <a:ext cx="409573" cy="5050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52DE56-94BF-38AA-FDFB-9321A3ABE6DA}"/>
              </a:ext>
            </a:extLst>
          </p:cNvPr>
          <p:cNvSpPr/>
          <p:nvPr/>
        </p:nvSpPr>
        <p:spPr>
          <a:xfrm>
            <a:off x="2218802" y="2015582"/>
            <a:ext cx="409573" cy="71374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94A8CE-92DA-88E5-0F33-A307F4ED6200}"/>
              </a:ext>
            </a:extLst>
          </p:cNvPr>
          <p:cNvSpPr txBox="1"/>
          <p:nvPr/>
        </p:nvSpPr>
        <p:spPr>
          <a:xfrm>
            <a:off x="171450" y="1820629"/>
            <a:ext cx="2047352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FF0000"/>
                </a:solidFill>
              </a:rPr>
              <a:t>IR </a:t>
            </a:r>
            <a:r>
              <a:rPr lang="ko-KR" altLang="en-US" sz="1000" dirty="0">
                <a:solidFill>
                  <a:srgbClr val="FF0000"/>
                </a:solidFill>
              </a:rPr>
              <a:t>연속 </a:t>
            </a:r>
            <a:r>
              <a:rPr lang="en-US" altLang="ko-KR" sz="1000" dirty="0">
                <a:solidFill>
                  <a:srgbClr val="FF0000"/>
                </a:solidFill>
              </a:rPr>
              <a:t>2</a:t>
            </a:r>
            <a:r>
              <a:rPr lang="ko-KR" altLang="en-US" sz="1000" dirty="0">
                <a:solidFill>
                  <a:srgbClr val="FF0000"/>
                </a:solidFill>
              </a:rPr>
              <a:t>회 </a:t>
            </a:r>
            <a:r>
              <a:rPr lang="en-US" altLang="ko-KR" sz="1000" dirty="0">
                <a:solidFill>
                  <a:srgbClr val="FF0000"/>
                </a:solidFill>
              </a:rPr>
              <a:t>+ UV </a:t>
            </a:r>
            <a:r>
              <a:rPr lang="ko-KR" altLang="en-US" sz="1000" dirty="0">
                <a:solidFill>
                  <a:srgbClr val="FF0000"/>
                </a:solidFill>
              </a:rPr>
              <a:t>연속 </a:t>
            </a:r>
            <a:r>
              <a:rPr lang="en-US" altLang="ko-KR" sz="1000" dirty="0">
                <a:solidFill>
                  <a:srgbClr val="FF0000"/>
                </a:solidFill>
              </a:rPr>
              <a:t>3</a:t>
            </a:r>
            <a:r>
              <a:rPr lang="ko-KR" altLang="en-US" sz="1000" dirty="0">
                <a:solidFill>
                  <a:srgbClr val="FF0000"/>
                </a:solidFill>
              </a:rPr>
              <a:t>회 감지</a:t>
            </a:r>
            <a:endParaRPr lang="en-US" altLang="ko-KR" sz="1000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FF0000"/>
                </a:solidFill>
              </a:rPr>
              <a:t>= Flame </a:t>
            </a:r>
            <a:r>
              <a:rPr lang="en-US" altLang="ko-KR" sz="1000" dirty="0" err="1">
                <a:solidFill>
                  <a:srgbClr val="FF0000"/>
                </a:solidFill>
              </a:rPr>
              <a:t>Cnt</a:t>
            </a:r>
            <a:r>
              <a:rPr lang="ko-KR" altLang="en-US" sz="1000" dirty="0">
                <a:solidFill>
                  <a:srgbClr val="FF0000"/>
                </a:solidFill>
              </a:rPr>
              <a:t> 증가</a:t>
            </a:r>
            <a:r>
              <a:rPr lang="en-US" altLang="ko-KR" sz="1000" dirty="0">
                <a:solidFill>
                  <a:srgbClr val="FF0000"/>
                </a:solidFill>
              </a:rPr>
              <a:t>!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3EF812E5-B4AC-E6A8-4AF9-95793EB2707F}"/>
              </a:ext>
            </a:extLst>
          </p:cNvPr>
          <p:cNvCxnSpPr>
            <a:cxnSpLocks/>
          </p:cNvCxnSpPr>
          <p:nvPr/>
        </p:nvCxnSpPr>
        <p:spPr>
          <a:xfrm>
            <a:off x="1698629" y="2254990"/>
            <a:ext cx="520172" cy="1558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717E88-919D-5835-6415-16051AE419FA}"/>
              </a:ext>
            </a:extLst>
          </p:cNvPr>
          <p:cNvSpPr/>
          <p:nvPr/>
        </p:nvSpPr>
        <p:spPr>
          <a:xfrm>
            <a:off x="6735366" y="2590800"/>
            <a:ext cx="300037" cy="3143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8F6868-A294-EDB8-87EB-BDEE73F05C58}"/>
              </a:ext>
            </a:extLst>
          </p:cNvPr>
          <p:cNvSpPr/>
          <p:nvPr/>
        </p:nvSpPr>
        <p:spPr>
          <a:xfrm>
            <a:off x="2802601" y="2932178"/>
            <a:ext cx="328872" cy="15726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B8D2E15-95BB-260B-B5BD-26E9D9B2AF5A}"/>
              </a:ext>
            </a:extLst>
          </p:cNvPr>
          <p:cNvSpPr/>
          <p:nvPr/>
        </p:nvSpPr>
        <p:spPr>
          <a:xfrm>
            <a:off x="2218801" y="2758293"/>
            <a:ext cx="409573" cy="50503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60E8226-567A-88D0-4135-5EB52188250B}"/>
              </a:ext>
            </a:extLst>
          </p:cNvPr>
          <p:cNvCxnSpPr>
            <a:cxnSpLocks/>
          </p:cNvCxnSpPr>
          <p:nvPr/>
        </p:nvCxnSpPr>
        <p:spPr>
          <a:xfrm flipV="1">
            <a:off x="1630298" y="2998512"/>
            <a:ext cx="501390" cy="16561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DAEF539-3DFC-F254-D7EE-6097DE680BA7}"/>
              </a:ext>
            </a:extLst>
          </p:cNvPr>
          <p:cNvSpPr txBox="1"/>
          <p:nvPr/>
        </p:nvSpPr>
        <p:spPr>
          <a:xfrm>
            <a:off x="152400" y="3144604"/>
            <a:ext cx="2047352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0B0F0"/>
                </a:solidFill>
              </a:rPr>
              <a:t>두 개 중 하나라도 빠지면 다시</a:t>
            </a:r>
            <a:endParaRPr lang="en-US" altLang="ko-KR" sz="1000" dirty="0">
              <a:solidFill>
                <a:srgbClr val="00B0F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6D18BF-E1AC-BFC6-06F5-B5EF234566A1}"/>
              </a:ext>
            </a:extLst>
          </p:cNvPr>
          <p:cNvSpPr txBox="1"/>
          <p:nvPr/>
        </p:nvSpPr>
        <p:spPr>
          <a:xfrm>
            <a:off x="152400" y="3401779"/>
            <a:ext cx="2047352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0B0F0"/>
                </a:solidFill>
              </a:rPr>
              <a:t>IR </a:t>
            </a:r>
            <a:r>
              <a:rPr lang="ko-KR" altLang="en-US" sz="1000" dirty="0">
                <a:solidFill>
                  <a:srgbClr val="00B0F0"/>
                </a:solidFill>
              </a:rPr>
              <a:t>연속 </a:t>
            </a:r>
            <a:r>
              <a:rPr lang="en-US" altLang="ko-KR" sz="1000" dirty="0">
                <a:solidFill>
                  <a:srgbClr val="00B0F0"/>
                </a:solidFill>
              </a:rPr>
              <a:t>2</a:t>
            </a:r>
            <a:r>
              <a:rPr lang="ko-KR" altLang="en-US" sz="1000" dirty="0">
                <a:solidFill>
                  <a:srgbClr val="00B0F0"/>
                </a:solidFill>
              </a:rPr>
              <a:t>회 </a:t>
            </a:r>
            <a:r>
              <a:rPr lang="en-US" altLang="ko-KR" sz="1000" dirty="0">
                <a:solidFill>
                  <a:srgbClr val="00B0F0"/>
                </a:solidFill>
              </a:rPr>
              <a:t>+ UV </a:t>
            </a:r>
            <a:r>
              <a:rPr lang="ko-KR" altLang="en-US" sz="1000" dirty="0">
                <a:solidFill>
                  <a:srgbClr val="00B0F0"/>
                </a:solidFill>
              </a:rPr>
              <a:t>연속 </a:t>
            </a:r>
            <a:r>
              <a:rPr lang="en-US" altLang="ko-KR" sz="1000" dirty="0">
                <a:solidFill>
                  <a:srgbClr val="00B0F0"/>
                </a:solidFill>
              </a:rPr>
              <a:t>3</a:t>
            </a:r>
            <a:r>
              <a:rPr lang="ko-KR" altLang="en-US" sz="1000" dirty="0">
                <a:solidFill>
                  <a:srgbClr val="00B0F0"/>
                </a:solidFill>
              </a:rPr>
              <a:t>회 감지</a:t>
            </a:r>
            <a:endParaRPr lang="en-US" altLang="ko-KR" sz="1000" dirty="0">
              <a:solidFill>
                <a:srgbClr val="00B0F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0B0F0"/>
                </a:solidFill>
              </a:rPr>
              <a:t>해야 </a:t>
            </a:r>
            <a:r>
              <a:rPr lang="en-US" altLang="ko-KR" sz="1000" dirty="0">
                <a:solidFill>
                  <a:srgbClr val="00B0F0"/>
                </a:solidFill>
              </a:rPr>
              <a:t>Flame </a:t>
            </a:r>
            <a:r>
              <a:rPr lang="en-US" altLang="ko-KR" sz="1000" dirty="0" err="1">
                <a:solidFill>
                  <a:srgbClr val="00B0F0"/>
                </a:solidFill>
              </a:rPr>
              <a:t>Cnt</a:t>
            </a:r>
            <a:r>
              <a:rPr lang="ko-KR" altLang="en-US" sz="1000" dirty="0">
                <a:solidFill>
                  <a:srgbClr val="00B0F0"/>
                </a:solidFill>
              </a:rPr>
              <a:t> 증가 </a:t>
            </a:r>
            <a:endParaRPr lang="en-US" altLang="ko-KR" sz="1000" dirty="0">
              <a:solidFill>
                <a:srgbClr val="00B0F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6EBE240-AC5A-E626-B30E-E18655488A83}"/>
              </a:ext>
            </a:extLst>
          </p:cNvPr>
          <p:cNvSpPr/>
          <p:nvPr/>
        </p:nvSpPr>
        <p:spPr>
          <a:xfrm>
            <a:off x="6690569" y="5284338"/>
            <a:ext cx="344834" cy="83071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EEDF75A-9B85-04CA-4D6F-1B973ECC2C8B}"/>
              </a:ext>
            </a:extLst>
          </p:cNvPr>
          <p:cNvSpPr/>
          <p:nvPr/>
        </p:nvSpPr>
        <p:spPr>
          <a:xfrm>
            <a:off x="7166372" y="5772150"/>
            <a:ext cx="344834" cy="34289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3FA760-CA84-435B-F06F-20500FD54BDC}"/>
              </a:ext>
            </a:extLst>
          </p:cNvPr>
          <p:cNvSpPr txBox="1"/>
          <p:nvPr/>
        </p:nvSpPr>
        <p:spPr>
          <a:xfrm>
            <a:off x="8774382" y="4667366"/>
            <a:ext cx="3131868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FF0000"/>
                </a:solidFill>
              </a:rPr>
              <a:t>Delay </a:t>
            </a:r>
            <a:r>
              <a:rPr lang="en-US" altLang="ko-KR" sz="1000" dirty="0" err="1">
                <a:solidFill>
                  <a:srgbClr val="FF0000"/>
                </a:solidFill>
              </a:rPr>
              <a:t>Cnt</a:t>
            </a:r>
            <a:r>
              <a:rPr lang="en-US" altLang="ko-KR" sz="1000" dirty="0">
                <a:solidFill>
                  <a:srgbClr val="FF0000"/>
                </a:solidFill>
              </a:rPr>
              <a:t> </a:t>
            </a:r>
            <a:r>
              <a:rPr lang="ko-KR" altLang="en-US" sz="1000" dirty="0" err="1">
                <a:solidFill>
                  <a:srgbClr val="FF0000"/>
                </a:solidFill>
              </a:rPr>
              <a:t>설정시</a:t>
            </a:r>
            <a:r>
              <a:rPr lang="en-US" altLang="ko-KR" sz="1000" dirty="0">
                <a:solidFill>
                  <a:srgbClr val="FF0000"/>
                </a:solidFill>
              </a:rPr>
              <a:t>, Flame </a:t>
            </a:r>
            <a:r>
              <a:rPr lang="en-US" altLang="ko-KR" sz="1000" dirty="0" err="1">
                <a:solidFill>
                  <a:srgbClr val="FF0000"/>
                </a:solidFill>
              </a:rPr>
              <a:t>Cnt</a:t>
            </a:r>
            <a:r>
              <a:rPr lang="en-US" altLang="ko-KR" sz="1000" dirty="0">
                <a:solidFill>
                  <a:srgbClr val="FF0000"/>
                </a:solidFill>
              </a:rPr>
              <a:t> </a:t>
            </a:r>
            <a:r>
              <a:rPr lang="ko-KR" altLang="en-US" sz="1000" dirty="0">
                <a:solidFill>
                  <a:srgbClr val="FF0000"/>
                </a:solidFill>
              </a:rPr>
              <a:t>증가 시점부터</a:t>
            </a:r>
            <a:endParaRPr lang="en-US" altLang="ko-KR" sz="1000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FF0000"/>
                </a:solidFill>
              </a:rPr>
              <a:t>딜레이가 적용 된다</a:t>
            </a:r>
            <a:endParaRPr lang="en-US" altLang="ko-KR" sz="1000" dirty="0">
              <a:solidFill>
                <a:srgbClr val="FF0000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7A1B0EE1-FD0B-5AB9-02C0-B1B8802DCDE0}"/>
              </a:ext>
            </a:extLst>
          </p:cNvPr>
          <p:cNvCxnSpPr>
            <a:cxnSpLocks/>
          </p:cNvCxnSpPr>
          <p:nvPr/>
        </p:nvCxnSpPr>
        <p:spPr>
          <a:xfrm flipH="1">
            <a:off x="7477798" y="3936053"/>
            <a:ext cx="1832890" cy="189057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EF7C9CD-CAB5-38B9-B09F-31F4536E4FC3}"/>
              </a:ext>
            </a:extLst>
          </p:cNvPr>
          <p:cNvSpPr txBox="1"/>
          <p:nvPr/>
        </p:nvSpPr>
        <p:spPr>
          <a:xfrm>
            <a:off x="9007228" y="3663902"/>
            <a:ext cx="75061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0B0F0"/>
                </a:solidFill>
              </a:rPr>
              <a:t>알람 발생</a:t>
            </a:r>
            <a:endParaRPr lang="en-US" altLang="ko-KR" sz="1000" dirty="0">
              <a:solidFill>
                <a:srgbClr val="00B0F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AC55B2E-556C-C17A-750A-3BE74C3AB7FD}"/>
              </a:ext>
            </a:extLst>
          </p:cNvPr>
          <p:cNvSpPr/>
          <p:nvPr/>
        </p:nvSpPr>
        <p:spPr>
          <a:xfrm>
            <a:off x="2842952" y="2029849"/>
            <a:ext cx="328872" cy="15726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0D80BF4B-11F8-03A3-CEFE-23DF16C5D82D}"/>
              </a:ext>
            </a:extLst>
          </p:cNvPr>
          <p:cNvCxnSpPr>
            <a:cxnSpLocks/>
          </p:cNvCxnSpPr>
          <p:nvPr/>
        </p:nvCxnSpPr>
        <p:spPr>
          <a:xfrm flipH="1">
            <a:off x="3084086" y="1494541"/>
            <a:ext cx="373489" cy="535272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F3A67B7-F68D-3F84-4C00-82364D6CE0C0}"/>
              </a:ext>
            </a:extLst>
          </p:cNvPr>
          <p:cNvSpPr txBox="1"/>
          <p:nvPr/>
        </p:nvSpPr>
        <p:spPr>
          <a:xfrm>
            <a:off x="3131473" y="1194032"/>
            <a:ext cx="1019174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0B0F0"/>
                </a:solidFill>
              </a:rPr>
              <a:t>UV Power On</a:t>
            </a:r>
          </a:p>
        </p:txBody>
      </p:sp>
    </p:spTree>
    <p:extLst>
      <p:ext uri="{BB962C8B-B14F-4D97-AF65-F5344CB8AC3E}">
        <p14:creationId xmlns:p14="http://schemas.microsoft.com/office/powerpoint/2010/main" val="2121618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12962CB-786D-FAA6-BB4E-AC6107F59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879" y="1147424"/>
            <a:ext cx="8173591" cy="48489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FB560A-EF6C-DB93-39C0-0D225DFFCCCC}"/>
              </a:ext>
            </a:extLst>
          </p:cNvPr>
          <p:cNvSpPr txBox="1"/>
          <p:nvPr/>
        </p:nvSpPr>
        <p:spPr>
          <a:xfrm>
            <a:off x="9170487" y="615453"/>
            <a:ext cx="1071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AlarmState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CB3F6E-1952-337A-C54E-951E977920DD}"/>
              </a:ext>
            </a:extLst>
          </p:cNvPr>
          <p:cNvSpPr txBox="1"/>
          <p:nvPr/>
        </p:nvSpPr>
        <p:spPr>
          <a:xfrm>
            <a:off x="8343900" y="558204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DelayCnt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5E9FB33-7B28-B9BE-98AD-76F65D510D4C}"/>
              </a:ext>
            </a:extLst>
          </p:cNvPr>
          <p:cNvCxnSpPr/>
          <p:nvPr/>
        </p:nvCxnSpPr>
        <p:spPr>
          <a:xfrm flipH="1">
            <a:off x="8532019" y="798591"/>
            <a:ext cx="133350" cy="2476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B3172FCA-7AEA-4757-F8D7-6284B504753B}"/>
              </a:ext>
            </a:extLst>
          </p:cNvPr>
          <p:cNvCxnSpPr/>
          <p:nvPr/>
        </p:nvCxnSpPr>
        <p:spPr>
          <a:xfrm flipH="1">
            <a:off x="9170487" y="857248"/>
            <a:ext cx="133350" cy="2476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7A9469A-43EE-C66C-CE5F-04077B941765}"/>
              </a:ext>
            </a:extLst>
          </p:cNvPr>
          <p:cNvSpPr txBox="1"/>
          <p:nvPr/>
        </p:nvSpPr>
        <p:spPr>
          <a:xfrm>
            <a:off x="7671791" y="766062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AlarmCnt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334E8BDC-2AF4-5717-FA34-99624E10B017}"/>
              </a:ext>
            </a:extLst>
          </p:cNvPr>
          <p:cNvCxnSpPr>
            <a:cxnSpLocks/>
          </p:cNvCxnSpPr>
          <p:nvPr/>
        </p:nvCxnSpPr>
        <p:spPr>
          <a:xfrm>
            <a:off x="8050261" y="993068"/>
            <a:ext cx="13691" cy="1769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B02B8-FFD9-1815-1BD3-40F349F71D65}"/>
              </a:ext>
            </a:extLst>
          </p:cNvPr>
          <p:cNvSpPr txBox="1"/>
          <p:nvPr/>
        </p:nvSpPr>
        <p:spPr>
          <a:xfrm>
            <a:off x="6899672" y="747545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FlameCnt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C2ABFB9-FFF4-56CA-6F0E-B9ADFC5B8F41}"/>
              </a:ext>
            </a:extLst>
          </p:cNvPr>
          <p:cNvCxnSpPr>
            <a:cxnSpLocks/>
          </p:cNvCxnSpPr>
          <p:nvPr/>
        </p:nvCxnSpPr>
        <p:spPr>
          <a:xfrm>
            <a:off x="7371160" y="974928"/>
            <a:ext cx="10863" cy="1686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E65DA6A-9BCA-61E0-6128-CFA71A89AB03}"/>
              </a:ext>
            </a:extLst>
          </p:cNvPr>
          <p:cNvSpPr txBox="1"/>
          <p:nvPr/>
        </p:nvSpPr>
        <p:spPr>
          <a:xfrm>
            <a:off x="6265516" y="721085"/>
            <a:ext cx="5496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UvCnt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9865996-F740-4ED4-25E3-7018DD8CE024}"/>
              </a:ext>
            </a:extLst>
          </p:cNvPr>
          <p:cNvCxnSpPr>
            <a:cxnSpLocks/>
          </p:cNvCxnSpPr>
          <p:nvPr/>
        </p:nvCxnSpPr>
        <p:spPr>
          <a:xfrm>
            <a:off x="6561535" y="930893"/>
            <a:ext cx="0" cy="1966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D369F3-B948-C4B6-F207-54059EEBF055}"/>
              </a:ext>
            </a:extLst>
          </p:cNvPr>
          <p:cNvSpPr txBox="1"/>
          <p:nvPr/>
        </p:nvSpPr>
        <p:spPr>
          <a:xfrm>
            <a:off x="5617816" y="751347"/>
            <a:ext cx="607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IrCnt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802FB00-0E33-8CC1-7310-020B6A7838E4}"/>
              </a:ext>
            </a:extLst>
          </p:cNvPr>
          <p:cNvCxnSpPr>
            <a:cxnSpLocks/>
          </p:cNvCxnSpPr>
          <p:nvPr/>
        </p:nvCxnSpPr>
        <p:spPr>
          <a:xfrm>
            <a:off x="5872162" y="956825"/>
            <a:ext cx="0" cy="1966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7992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90146E-BDA5-B020-C690-3DD4B08A914D}"/>
              </a:ext>
            </a:extLst>
          </p:cNvPr>
          <p:cNvSpPr txBox="1"/>
          <p:nvPr/>
        </p:nvSpPr>
        <p:spPr>
          <a:xfrm>
            <a:off x="904876" y="666750"/>
            <a:ext cx="1704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 Type : Tri-IR </a:t>
            </a:r>
            <a:r>
              <a:rPr lang="en-US" altLang="ko-KR" sz="1400" dirty="0"/>
              <a:t>]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D0CCCE-D918-33D2-29A3-DE2874082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46" y="1264821"/>
            <a:ext cx="5058229" cy="24329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F1EAD5D-81F8-48F4-51DB-150A21BE38D4}"/>
              </a:ext>
            </a:extLst>
          </p:cNvPr>
          <p:cNvSpPr txBox="1"/>
          <p:nvPr/>
        </p:nvSpPr>
        <p:spPr>
          <a:xfrm>
            <a:off x="7814023" y="914330"/>
            <a:ext cx="8968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AlarmState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7E9A8C-8FEB-B9FE-47A9-6F3A495931A3}"/>
              </a:ext>
            </a:extLst>
          </p:cNvPr>
          <p:cNvSpPr txBox="1"/>
          <p:nvPr/>
        </p:nvSpPr>
        <p:spPr>
          <a:xfrm>
            <a:off x="7133919" y="775157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DelayCnt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D6AAB3-C367-71D7-7F11-6BCFDE7856D3}"/>
              </a:ext>
            </a:extLst>
          </p:cNvPr>
          <p:cNvCxnSpPr>
            <a:cxnSpLocks/>
          </p:cNvCxnSpPr>
          <p:nvPr/>
        </p:nvCxnSpPr>
        <p:spPr>
          <a:xfrm flipH="1">
            <a:off x="7046081" y="1024155"/>
            <a:ext cx="373932" cy="2489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D349B96-ECAC-F495-1E35-0B3643A85489}"/>
              </a:ext>
            </a:extLst>
          </p:cNvPr>
          <p:cNvCxnSpPr>
            <a:cxnSpLocks/>
          </p:cNvCxnSpPr>
          <p:nvPr/>
        </p:nvCxnSpPr>
        <p:spPr>
          <a:xfrm flipH="1">
            <a:off x="7616327" y="1148635"/>
            <a:ext cx="287033" cy="1626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479B890-C1A8-BCD9-E41E-C0D35A1AF3F9}"/>
              </a:ext>
            </a:extLst>
          </p:cNvPr>
          <p:cNvSpPr txBox="1"/>
          <p:nvPr/>
        </p:nvSpPr>
        <p:spPr>
          <a:xfrm>
            <a:off x="6480572" y="820638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AlarmCnt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EAC86F8-D78F-9AAA-688D-678CDA0669C2}"/>
              </a:ext>
            </a:extLst>
          </p:cNvPr>
          <p:cNvCxnSpPr>
            <a:cxnSpLocks/>
          </p:cNvCxnSpPr>
          <p:nvPr/>
        </p:nvCxnSpPr>
        <p:spPr>
          <a:xfrm>
            <a:off x="6808813" y="1058430"/>
            <a:ext cx="0" cy="2146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A3DF4B-BE39-509F-B45E-E58848680C87}"/>
              </a:ext>
            </a:extLst>
          </p:cNvPr>
          <p:cNvSpPr txBox="1"/>
          <p:nvPr/>
        </p:nvSpPr>
        <p:spPr>
          <a:xfrm>
            <a:off x="5728097" y="852131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FlameCnt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713B24-6163-0BBE-359A-D05D0AE387A5}"/>
              </a:ext>
            </a:extLst>
          </p:cNvPr>
          <p:cNvCxnSpPr>
            <a:cxnSpLocks/>
          </p:cNvCxnSpPr>
          <p:nvPr/>
        </p:nvCxnSpPr>
        <p:spPr>
          <a:xfrm>
            <a:off x="6199585" y="1079514"/>
            <a:ext cx="144065" cy="1853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E3BB52E3-CAEB-B0D5-3321-BFC309752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325" y="3895762"/>
            <a:ext cx="4637564" cy="24329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2FB4A69-31FF-7AB8-14AD-BEB8C0CD65BB}"/>
              </a:ext>
            </a:extLst>
          </p:cNvPr>
          <p:cNvSpPr txBox="1"/>
          <p:nvPr/>
        </p:nvSpPr>
        <p:spPr>
          <a:xfrm>
            <a:off x="5061372" y="820638"/>
            <a:ext cx="752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>
                <a:solidFill>
                  <a:srgbClr val="FF0000"/>
                </a:solidFill>
              </a:rPr>
              <a:t>IrWarCnt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0825AF7-E6AB-DDBC-ABB2-E06349B59130}"/>
              </a:ext>
            </a:extLst>
          </p:cNvPr>
          <p:cNvCxnSpPr>
            <a:cxnSpLocks/>
          </p:cNvCxnSpPr>
          <p:nvPr/>
        </p:nvCxnSpPr>
        <p:spPr>
          <a:xfrm>
            <a:off x="5523310" y="1069989"/>
            <a:ext cx="144065" cy="1853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CE75BA58-2E9E-2FFD-231D-4582870CC59F}"/>
              </a:ext>
            </a:extLst>
          </p:cNvPr>
          <p:cNvSpPr/>
          <p:nvPr/>
        </p:nvSpPr>
        <p:spPr>
          <a:xfrm>
            <a:off x="3714751" y="1890911"/>
            <a:ext cx="409573" cy="5050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FA2243E2-4FDA-3771-F214-2F91FC13628F}"/>
              </a:ext>
            </a:extLst>
          </p:cNvPr>
          <p:cNvCxnSpPr>
            <a:cxnSpLocks/>
          </p:cNvCxnSpPr>
          <p:nvPr/>
        </p:nvCxnSpPr>
        <p:spPr>
          <a:xfrm>
            <a:off x="2219325" y="1700259"/>
            <a:ext cx="1495426" cy="4123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04810A0-1C1C-AA40-BA7D-811BDA14C3C8}"/>
              </a:ext>
            </a:extLst>
          </p:cNvPr>
          <p:cNvSpPr txBox="1"/>
          <p:nvPr/>
        </p:nvSpPr>
        <p:spPr>
          <a:xfrm>
            <a:off x="171973" y="1588411"/>
            <a:ext cx="2047352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FF0000"/>
                </a:solidFill>
              </a:rPr>
              <a:t>IR </a:t>
            </a:r>
            <a:r>
              <a:rPr lang="ko-KR" altLang="en-US" sz="1000" dirty="0">
                <a:solidFill>
                  <a:srgbClr val="FF0000"/>
                </a:solidFill>
              </a:rPr>
              <a:t>연속 </a:t>
            </a:r>
            <a:r>
              <a:rPr lang="en-US" altLang="ko-KR" sz="1000" dirty="0">
                <a:solidFill>
                  <a:srgbClr val="FF0000"/>
                </a:solidFill>
              </a:rPr>
              <a:t>3</a:t>
            </a:r>
            <a:r>
              <a:rPr lang="ko-KR" altLang="en-US" sz="1000" dirty="0">
                <a:solidFill>
                  <a:srgbClr val="FF0000"/>
                </a:solidFill>
              </a:rPr>
              <a:t>회 </a:t>
            </a:r>
            <a:r>
              <a:rPr lang="en-US" altLang="ko-KR" sz="1000" dirty="0">
                <a:solidFill>
                  <a:srgbClr val="FF0000"/>
                </a:solidFill>
              </a:rPr>
              <a:t>-&gt; Flame </a:t>
            </a:r>
            <a:r>
              <a:rPr lang="en-US" altLang="ko-KR" sz="1000" dirty="0" err="1">
                <a:solidFill>
                  <a:srgbClr val="FF0000"/>
                </a:solidFill>
              </a:rPr>
              <a:t>Cnt</a:t>
            </a:r>
            <a:r>
              <a:rPr lang="ko-KR" altLang="en-US" sz="1000" dirty="0">
                <a:solidFill>
                  <a:srgbClr val="FF0000"/>
                </a:solidFill>
              </a:rPr>
              <a:t> 증가</a:t>
            </a:r>
            <a:r>
              <a:rPr lang="en-US" altLang="ko-KR" sz="1000" dirty="0">
                <a:solidFill>
                  <a:srgbClr val="FF0000"/>
                </a:solidFill>
              </a:rPr>
              <a:t>!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2F0E47E-4839-8066-0917-0F63D840CE8B}"/>
              </a:ext>
            </a:extLst>
          </p:cNvPr>
          <p:cNvSpPr/>
          <p:nvPr/>
        </p:nvSpPr>
        <p:spPr>
          <a:xfrm>
            <a:off x="5994798" y="2238140"/>
            <a:ext cx="409573" cy="1853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3021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15925D-DB94-6BF9-5ACD-5506542D5A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150" y="164306"/>
            <a:ext cx="8772525" cy="657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358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7062F60-F2DB-95BB-3C99-ECB753F5D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231" y="647700"/>
            <a:ext cx="9741876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468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55F3EA8-579A-F48E-99A1-D92058F67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876" y="714375"/>
            <a:ext cx="9581276" cy="495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03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191</Words>
  <Application>Microsoft Office PowerPoint</Application>
  <PresentationFormat>와이드스크린</PresentationFormat>
  <Paragraphs>63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트론 가스</dc:creator>
  <cp:lastModifiedBy>트론 가스</cp:lastModifiedBy>
  <cp:revision>9</cp:revision>
  <dcterms:created xsi:type="dcterms:W3CDTF">2025-10-17T06:07:47Z</dcterms:created>
  <dcterms:modified xsi:type="dcterms:W3CDTF">2025-10-20T08:42:36Z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name="Fasoo_Trace_ID" pid="2">
    <vt:lpwstr>eyJub2RlMSI6eyJkc2QiOiIwMTAwMDAwMDAwMDA0MTQ1IiwibG9nVGltZSI6IjIwMjUtMTAtMjBUMDA6MTA6MjRaIiwicElEIjoxLCJwcm9jZXNzSWQiOjEwOTAwLCJwcm9jZXNzTmFtZSI6IlBPV0VSUE5ULkVYRSIsInRyYWNlSWQiOiIwNTgxNTEwMEYwMEI0N0I5ODE3QTU1MjJEQjAwNEUxQiIsInVzZXJDb2RlIjoiam15b28ifSwibm9kZTIiOnsiZHNkIjoiMDEwMDAwMDAwMDAwNDE0NSIsImxvZ1RpbWUiOiIyMDI1LTEwLTIwVDAxOjA0OjA4WiIsInBJRCI6MSwicHJvY2Vzc0lkIjoxMDkwMCwicHJvY2Vzc05hbWUiOiJQT1dFUlBOVC5FWEUiLCJ0cmFjZUlkIjoiRDdFMzJEOEVDREQ1NDkwMjk3MkVGMDRENTA2QkFBRUMiLCJ1c2VyQ29kZSI6ImpteW9vIn0sIm5vZGUzIjp7ImRzZCI6IjAxMDAwMDAwMDAwMDQxNDUiLCJsb2dUaW1lIjoiMjAyNS0xMC0yMFQwNToxMTozMFoiLCJwSUQiOjEsInByb2Nlc3NJZCI6MTA5MDAsInByb2Nlc3NOYW1lIjoiUE9XRVJQTlQuRVhFIiwidHJhY2VJZCI6IkZDQkQwNzlDMEE0RTQwMzVBNjRBMTM5MDY4ODI1QkVCIiwidXNlckNvZGUiOiJqbXlvbyJ9LCJub2RlNCI6eyJkc2QiOiIwMTAwMDAwMDAwMDA0MTQ1IiwibG9nVGltZSI6IjIwMjUtMTAtMjBUMDg6NDI6MDFaIiwicElEIjoxLCJwcm9jZXNzSWQiOjEwOTAwLCJwcm9jZXNzTmFtZSI6IlBPV0VSUE5ULkVYRSIsInRyYWNlSWQiOiJFMDEwQ0IzQTgxOUQ0OUE1QTE1NUY1RUQ5QkY1QTE3NCIsInVzZXJDb2RlIjoiam15b28ifSwibm9kZTUiOnsiZHNkIjoiMDAwMDAwMDAwMDAwMDAwMCIsImxvZ1RpbWUiOiIyMDI1LTExLTI0VDA0OjI5OjEyWiIsInBJRCI6MjA0OCwicHJvY2Vzc0lkIjoxODUwNCwicHJvY2Vzc05hbWUiOiJQT1dFUlBOVC5FWEUiLCJ0cmFjZUlkIjoiMDc5M0E1RDdEQjdCNDRGNjg5QTYyMzcyMUVCOENCQjciLCJ1c2VyQ29kZSI6ImpteW9vIn0sIm5vZGVDb3VudCI6Nywicm9vdFRyYWNlSWQiOiIxN0M5OTNBNDlBNEI0MjQwOUUzNTg3NDA3MTBDNjA0NiJ9</vt:lpwstr>
  </property>
</Properties>
</file>