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75" r:id="rId2"/>
    <p:sldId id="478" r:id="rId3"/>
    <p:sldId id="479" r:id="rId4"/>
  </p:sldIdLst>
  <p:sldSz cx="9144000" cy="6858000" type="screen4x3"/>
  <p:notesSz cx="6735763" cy="9866313"/>
  <p:defaultTextStyle>
    <a:defPPr>
      <a:defRPr lang="en-US"/>
    </a:defPPr>
    <a:lvl1pPr marL="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B3B"/>
    <a:srgbClr val="8B73A9"/>
    <a:srgbClr val="0066FF"/>
    <a:srgbClr val="6699FF"/>
    <a:srgbClr val="5353FF"/>
    <a:srgbClr val="006699"/>
    <a:srgbClr val="3333FF"/>
    <a:srgbClr val="3366FF"/>
    <a:srgbClr val="0066CC"/>
    <a:srgbClr val="C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2435" autoAdjust="0"/>
  </p:normalViewPr>
  <p:slideViewPr>
    <p:cSldViewPr>
      <p:cViewPr varScale="1">
        <p:scale>
          <a:sx n="102" d="100"/>
          <a:sy n="102" d="100"/>
        </p:scale>
        <p:origin x="2022" y="108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9565" cy="495366"/>
          </a:xfrm>
          <a:prstGeom prst="rect">
            <a:avLst/>
          </a:prstGeom>
        </p:spPr>
        <p:txBody>
          <a:bodyPr vert="horz" lIns="90750" tIns="45375" rIns="90750" bIns="45375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1"/>
            <a:ext cx="2919565" cy="495366"/>
          </a:xfrm>
          <a:prstGeom prst="rect">
            <a:avLst/>
          </a:prstGeom>
        </p:spPr>
        <p:txBody>
          <a:bodyPr vert="horz" lIns="90750" tIns="45375" rIns="90750" bIns="45375" rtlCol="0"/>
          <a:lstStyle>
            <a:lvl1pPr algn="r">
              <a:defRPr sz="1100"/>
            </a:lvl1pPr>
          </a:lstStyle>
          <a:p>
            <a:fld id="{33B28AB5-7791-4F79-907D-3BD6A500B770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0947"/>
            <a:ext cx="2919565" cy="495366"/>
          </a:xfrm>
          <a:prstGeom prst="rect">
            <a:avLst/>
          </a:prstGeom>
        </p:spPr>
        <p:txBody>
          <a:bodyPr vert="horz" lIns="90750" tIns="45375" rIns="90750" bIns="45375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0947"/>
            <a:ext cx="2919565" cy="495366"/>
          </a:xfrm>
          <a:prstGeom prst="rect">
            <a:avLst/>
          </a:prstGeom>
        </p:spPr>
        <p:txBody>
          <a:bodyPr vert="horz" lIns="90750" tIns="45375" rIns="90750" bIns="45375" rtlCol="0" anchor="b"/>
          <a:lstStyle>
            <a:lvl1pPr algn="r">
              <a:defRPr sz="1100"/>
            </a:lvl1pPr>
          </a:lstStyle>
          <a:p>
            <a:fld id="{71A9B683-47B7-46B0-8447-A9BE6FF40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2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2918830" cy="493315"/>
          </a:xfrm>
          <a:prstGeom prst="rect">
            <a:avLst/>
          </a:prstGeom>
        </p:spPr>
        <p:txBody>
          <a:bodyPr vert="horz" lIns="90750" tIns="45375" rIns="90750" bIns="4537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3"/>
            <a:ext cx="2918830" cy="493315"/>
          </a:xfrm>
          <a:prstGeom prst="rect">
            <a:avLst/>
          </a:prstGeom>
        </p:spPr>
        <p:txBody>
          <a:bodyPr vert="horz" lIns="90750" tIns="45375" rIns="90750" bIns="45375" rtlCol="0"/>
          <a:lstStyle>
            <a:lvl1pPr algn="r">
              <a:defRPr sz="1100"/>
            </a:lvl1pPr>
          </a:lstStyle>
          <a:p>
            <a:fld id="{AF468E9B-7D25-452D-9617-0F081841C5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39775"/>
            <a:ext cx="4929187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0" tIns="45375" rIns="90750" bIns="45375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0750" tIns="45375" rIns="90750" bIns="4537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8"/>
            <a:ext cx="2918830" cy="493315"/>
          </a:xfrm>
          <a:prstGeom prst="rect">
            <a:avLst/>
          </a:prstGeom>
        </p:spPr>
        <p:txBody>
          <a:bodyPr vert="horz" lIns="90750" tIns="45375" rIns="90750" bIns="4537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8"/>
            <a:ext cx="2918830" cy="493315"/>
          </a:xfrm>
          <a:prstGeom prst="rect">
            <a:avLst/>
          </a:prstGeom>
        </p:spPr>
        <p:txBody>
          <a:bodyPr vert="horz" lIns="90750" tIns="45375" rIns="90750" bIns="45375" rtlCol="0" anchor="b"/>
          <a:lstStyle>
            <a:lvl1pPr algn="r">
              <a:defRPr sz="1100"/>
            </a:lvl1pPr>
          </a:lstStyle>
          <a:p>
            <a:fld id="{14F9D757-8569-4010-A717-8D4A56A1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1DC9-F0E9-8846-3261-5C70C4BC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4E326F-05D1-18C3-37A2-CA367DF92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69425-FBEF-7602-8958-DC1368EBE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A63EF7-6835-BDA1-E678-51D13CFC4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6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C2F5-76EB-66D6-1B59-0E40FA2D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B92474-DB4B-6AB2-DA78-C96F2F5A1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863ED-6CFE-502B-ADDC-68D36422B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50D048-F314-5B8C-B86D-E4A2FB6B6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1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59A5-E7A6-02A2-AF80-886D132C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33D2A0-C086-5940-3351-43A467FC8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0A690F-96C2-3187-8BE1-BC8534FB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404895-BB83-2B31-2A21-2FACFB312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65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>
            <a:cxnSpLocks/>
          </p:cNvCxnSpPr>
          <p:nvPr userDrawn="1"/>
        </p:nvCxnSpPr>
        <p:spPr>
          <a:xfrm>
            <a:off x="251520" y="720000"/>
            <a:ext cx="88924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20000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3391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noFill/>
        </p:spPr>
        <p:txBody>
          <a:bodyPr wrap="none" lIns="0" tIns="0" rIns="132923" bIns="0" rtlCol="0" anchor="ctr" anchorCtr="0">
            <a:noAutofit/>
          </a:bodyPr>
          <a:lstStyle/>
          <a:p>
            <a:pPr algn="r"/>
            <a:r>
              <a:rPr lang="en-US" altLang="ko-KR" sz="1477" i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World Class Flame &amp; Gas Detector</a:t>
            </a:r>
            <a:endParaRPr lang="ko-KR" altLang="en-US" sz="1477" i="1" dirty="0">
              <a:solidFill>
                <a:schemeClr val="tx1">
                  <a:lumMod val="65000"/>
                  <a:lumOff val="3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0"/>
          </p:nvPr>
        </p:nvSpPr>
        <p:spPr>
          <a:xfrm>
            <a:off x="8532000" y="6480000"/>
            <a:ext cx="612000" cy="360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algn="r"/>
            <a:fld id="{7FD1AA16-12F7-42F9-8F21-27EC2C58385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9061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ownloads\logo.jpg">
            <a:extLst>
              <a:ext uri="{FF2B5EF4-FFF2-40B4-BE49-F238E27FC236}">
                <a16:creationId xmlns:a16="http://schemas.microsoft.com/office/drawing/2014/main" id="{8D374B05-B2CB-460D-A7E6-ABA5BD37CA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lum bright="17000"/>
          </a:blip>
          <a:srcRect/>
          <a:stretch>
            <a:fillRect/>
          </a:stretch>
        </p:blipFill>
        <p:spPr bwMode="auto">
          <a:xfrm>
            <a:off x="7668344" y="6353569"/>
            <a:ext cx="1259632" cy="394495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7C7BC3-8858-46EB-84AE-CC4D3D089B22}"/>
              </a:ext>
            </a:extLst>
          </p:cNvPr>
          <p:cNvSpPr/>
          <p:nvPr userDrawn="1"/>
        </p:nvSpPr>
        <p:spPr>
          <a:xfrm>
            <a:off x="0" y="0"/>
            <a:ext cx="251520" cy="6858000"/>
          </a:xfrm>
          <a:prstGeom prst="rect">
            <a:avLst/>
          </a:prstGeom>
          <a:solidFill>
            <a:srgbClr val="FF2300"/>
          </a:solidFill>
          <a:ln>
            <a:solidFill>
              <a:srgbClr val="FF2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2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5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753448" rtl="0" eaLnBrk="1" latinLnBrk="0" hangingPunct="1">
        <a:spcBef>
          <a:spcPct val="0"/>
        </a:spcBef>
        <a:buNone/>
        <a:defRPr sz="3692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82543" indent="-282543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12176" indent="-23545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41809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3pPr>
      <a:lvl4pPr marL="131853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95257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»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07198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448706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825431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202154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376723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75344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130172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1506895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188362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6pPr>
      <a:lvl7pPr marL="2260344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7pPr>
      <a:lvl8pPr marL="263706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8pPr>
      <a:lvl9pPr marL="3013791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08AD-4255-102B-F0F7-63F7505F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4B3B340-DE8C-7076-AEC0-1B5B7254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GTF-1100 Detection delay Time </a:t>
            </a:r>
            <a:r>
              <a:rPr lang="ko-KR" altLang="en-US" dirty="0"/>
              <a:t>추가 내용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F9DF4BC-F6F6-E077-3308-DB2BBB994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40043"/>
              </p:ext>
            </p:extLst>
          </p:nvPr>
        </p:nvGraphicFramePr>
        <p:xfrm>
          <a:off x="1728766" y="2113400"/>
          <a:ext cx="601158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954">
                  <a:extLst>
                    <a:ext uri="{9D8B030D-6E8A-4147-A177-3AD203B41FA5}">
                      <a16:colId xmlns:a16="http://schemas.microsoft.com/office/drawing/2014/main" val="1631787393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006537998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207294036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567858782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3080241509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3411260391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78439606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224497203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291324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4774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F75D3F9-AEC8-01B7-A621-DD7AF2A3AB5E}"/>
              </a:ext>
            </a:extLst>
          </p:cNvPr>
          <p:cNvSpPr txBox="1"/>
          <p:nvPr/>
        </p:nvSpPr>
        <p:spPr>
          <a:xfrm>
            <a:off x="251520" y="980728"/>
            <a:ext cx="350410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Ex) </a:t>
            </a:r>
            <a:r>
              <a:rPr lang="en-US" altLang="ko-KR" sz="1300" b="1" dirty="0">
                <a:latin typeface="Consolas" panose="020B0609020204030204" pitchFamily="49" charset="0"/>
              </a:rPr>
              <a:t>Delay time </a:t>
            </a:r>
            <a:r>
              <a:rPr lang="en-US" altLang="ko-KR" sz="1300" dirty="0">
                <a:latin typeface="Consolas" panose="020B0609020204030204" pitchFamily="49" charset="0"/>
              </a:rPr>
              <a:t>: 0 second (Default)</a:t>
            </a:r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192A5-BB28-17DE-0002-C3E9E90D662E}"/>
              </a:ext>
            </a:extLst>
          </p:cNvPr>
          <p:cNvSpPr txBox="1"/>
          <p:nvPr/>
        </p:nvSpPr>
        <p:spPr>
          <a:xfrm>
            <a:off x="251520" y="1517880"/>
            <a:ext cx="14625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highlight>
                  <a:srgbClr val="FFFFFF"/>
                </a:highlight>
                <a:latin typeface="Consolas" panose="020B0609020204030204" pitchFamily="49" charset="0"/>
              </a:rPr>
              <a:t>화재 출력 신호</a:t>
            </a:r>
            <a:endParaRPr lang="en-US" altLang="ko-KR" sz="13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7612C-0B21-3F33-3AA9-100BAD243C28}"/>
              </a:ext>
            </a:extLst>
          </p:cNvPr>
          <p:cNvSpPr txBox="1"/>
          <p:nvPr/>
        </p:nvSpPr>
        <p:spPr>
          <a:xfrm>
            <a:off x="335256" y="2141976"/>
            <a:ext cx="12718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Consolas" panose="020B0609020204030204" pitchFamily="49" charset="0"/>
              </a:rPr>
              <a:t>Delay time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1D0C46E-716C-E3EB-E8E7-23979CC470F4}"/>
              </a:ext>
            </a:extLst>
          </p:cNvPr>
          <p:cNvCxnSpPr>
            <a:cxnSpLocks/>
          </p:cNvCxnSpPr>
          <p:nvPr/>
        </p:nvCxnSpPr>
        <p:spPr>
          <a:xfrm>
            <a:off x="1728769" y="1840018"/>
            <a:ext cx="682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A614549-8F69-67ED-ADCC-6F8C39472015}"/>
              </a:ext>
            </a:extLst>
          </p:cNvPr>
          <p:cNvCxnSpPr>
            <a:cxnSpLocks/>
          </p:cNvCxnSpPr>
          <p:nvPr/>
        </p:nvCxnSpPr>
        <p:spPr>
          <a:xfrm>
            <a:off x="3738879" y="148478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ABC0467-A563-50CC-B48F-DCD59B1AD390}"/>
              </a:ext>
            </a:extLst>
          </p:cNvPr>
          <p:cNvCxnSpPr>
            <a:cxnSpLocks/>
          </p:cNvCxnSpPr>
          <p:nvPr/>
        </p:nvCxnSpPr>
        <p:spPr>
          <a:xfrm>
            <a:off x="2411760" y="1487096"/>
            <a:ext cx="1331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38BF8C4-239B-FAB6-7B15-9B8DAC5D5AF7}"/>
              </a:ext>
            </a:extLst>
          </p:cNvPr>
          <p:cNvCxnSpPr>
            <a:cxnSpLocks/>
          </p:cNvCxnSpPr>
          <p:nvPr/>
        </p:nvCxnSpPr>
        <p:spPr>
          <a:xfrm>
            <a:off x="2411760" y="148478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3C0FA08-E520-1596-02E8-098D67036B1E}"/>
              </a:ext>
            </a:extLst>
          </p:cNvPr>
          <p:cNvCxnSpPr>
            <a:cxnSpLocks/>
          </p:cNvCxnSpPr>
          <p:nvPr/>
        </p:nvCxnSpPr>
        <p:spPr>
          <a:xfrm>
            <a:off x="3738879" y="1838751"/>
            <a:ext cx="6170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ECA01D1-2FB5-F350-6147-88257C22D5BE}"/>
              </a:ext>
            </a:extLst>
          </p:cNvPr>
          <p:cNvCxnSpPr>
            <a:cxnSpLocks/>
          </p:cNvCxnSpPr>
          <p:nvPr/>
        </p:nvCxnSpPr>
        <p:spPr>
          <a:xfrm>
            <a:off x="4355976" y="148478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444A8EE-EA00-B23E-9337-D198CA471F1A}"/>
              </a:ext>
            </a:extLst>
          </p:cNvPr>
          <p:cNvCxnSpPr>
            <a:cxnSpLocks/>
          </p:cNvCxnSpPr>
          <p:nvPr/>
        </p:nvCxnSpPr>
        <p:spPr>
          <a:xfrm>
            <a:off x="4355976" y="1484784"/>
            <a:ext cx="33843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23713CF-E5E0-F1FC-0049-0BD5B5B49FD8}"/>
              </a:ext>
            </a:extLst>
          </p:cNvPr>
          <p:cNvCxnSpPr>
            <a:cxnSpLocks/>
          </p:cNvCxnSpPr>
          <p:nvPr/>
        </p:nvCxnSpPr>
        <p:spPr>
          <a:xfrm flipV="1">
            <a:off x="1718606" y="5916489"/>
            <a:ext cx="4715442" cy="85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20D606A-106F-696E-EE28-D9816D2F6799}"/>
              </a:ext>
            </a:extLst>
          </p:cNvPr>
          <p:cNvCxnSpPr>
            <a:cxnSpLocks/>
          </p:cNvCxnSpPr>
          <p:nvPr/>
        </p:nvCxnSpPr>
        <p:spPr>
          <a:xfrm>
            <a:off x="6423888" y="556978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72CC726-44E2-80F5-1302-57C316F326F4}"/>
              </a:ext>
            </a:extLst>
          </p:cNvPr>
          <p:cNvCxnSpPr>
            <a:cxnSpLocks/>
          </p:cNvCxnSpPr>
          <p:nvPr/>
        </p:nvCxnSpPr>
        <p:spPr>
          <a:xfrm>
            <a:off x="6423888" y="5569784"/>
            <a:ext cx="1331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FAD3702-1705-0781-6D2D-47114915CF06}"/>
              </a:ext>
            </a:extLst>
          </p:cNvPr>
          <p:cNvCxnSpPr>
            <a:cxnSpLocks/>
          </p:cNvCxnSpPr>
          <p:nvPr/>
        </p:nvCxnSpPr>
        <p:spPr>
          <a:xfrm flipH="1">
            <a:off x="4211960" y="4795010"/>
            <a:ext cx="380557" cy="14615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D6C1522-54BB-A4DD-7D6B-FD909303C383}"/>
              </a:ext>
            </a:extLst>
          </p:cNvPr>
          <p:cNvSpPr txBox="1"/>
          <p:nvPr/>
        </p:nvSpPr>
        <p:spPr>
          <a:xfrm>
            <a:off x="4550297" y="4652984"/>
            <a:ext cx="3109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화재 출력신호 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해제 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FF0000"/>
                </a:solidFill>
                <a:latin typeface="Consolas" panose="020B0609020204030204" pitchFamily="49" charset="0"/>
              </a:rPr>
              <a:t>Delay time </a:t>
            </a:r>
            <a:r>
              <a:rPr lang="ko-KR" altLang="en-US" sz="1000" dirty="0">
                <a:solidFill>
                  <a:srgbClr val="FF0000"/>
                </a:solidFill>
                <a:latin typeface="Consolas" panose="020B0609020204030204" pitchFamily="49" charset="0"/>
              </a:rPr>
              <a:t>초기화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94B78-DFFB-77A7-0D05-E4C60FF936B9}"/>
              </a:ext>
            </a:extLst>
          </p:cNvPr>
          <p:cNvSpPr txBox="1"/>
          <p:nvPr/>
        </p:nvSpPr>
        <p:spPr>
          <a:xfrm>
            <a:off x="261248" y="2722560"/>
            <a:ext cx="14625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highlight>
                  <a:srgbClr val="FFFFFF"/>
                </a:highlight>
                <a:latin typeface="Consolas" panose="020B0609020204030204" pitchFamily="49" charset="0"/>
              </a:rPr>
              <a:t>최종 출력 신호</a:t>
            </a:r>
            <a:endParaRPr lang="en-US" altLang="ko-KR" sz="13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C7154D2-CF26-2FDB-4C1D-BAA556CE1CE9}"/>
              </a:ext>
            </a:extLst>
          </p:cNvPr>
          <p:cNvCxnSpPr>
            <a:cxnSpLocks/>
          </p:cNvCxnSpPr>
          <p:nvPr/>
        </p:nvCxnSpPr>
        <p:spPr>
          <a:xfrm>
            <a:off x="1738497" y="3044698"/>
            <a:ext cx="682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9136C80-BDBE-1D40-BD67-6CF48F126AE4}"/>
              </a:ext>
            </a:extLst>
          </p:cNvPr>
          <p:cNvCxnSpPr>
            <a:cxnSpLocks/>
          </p:cNvCxnSpPr>
          <p:nvPr/>
        </p:nvCxnSpPr>
        <p:spPr>
          <a:xfrm>
            <a:off x="3748607" y="268946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5FDA6F0-A029-7594-7ACD-05C8695406D9}"/>
              </a:ext>
            </a:extLst>
          </p:cNvPr>
          <p:cNvCxnSpPr>
            <a:cxnSpLocks/>
          </p:cNvCxnSpPr>
          <p:nvPr/>
        </p:nvCxnSpPr>
        <p:spPr>
          <a:xfrm>
            <a:off x="2421488" y="2691776"/>
            <a:ext cx="1331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8C11F2-E347-DD89-5CC2-743F84613FE1}"/>
              </a:ext>
            </a:extLst>
          </p:cNvPr>
          <p:cNvCxnSpPr>
            <a:cxnSpLocks/>
          </p:cNvCxnSpPr>
          <p:nvPr/>
        </p:nvCxnSpPr>
        <p:spPr>
          <a:xfrm>
            <a:off x="2421488" y="268946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3E59850-C7A9-D425-0853-811FBA0F1A5D}"/>
              </a:ext>
            </a:extLst>
          </p:cNvPr>
          <p:cNvCxnSpPr>
            <a:cxnSpLocks/>
          </p:cNvCxnSpPr>
          <p:nvPr/>
        </p:nvCxnSpPr>
        <p:spPr>
          <a:xfrm>
            <a:off x="3748607" y="3043431"/>
            <a:ext cx="6170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6EC4DC4-9B33-B15D-0C89-6F3EBD3ADC16}"/>
              </a:ext>
            </a:extLst>
          </p:cNvPr>
          <p:cNvCxnSpPr>
            <a:cxnSpLocks/>
          </p:cNvCxnSpPr>
          <p:nvPr/>
        </p:nvCxnSpPr>
        <p:spPr>
          <a:xfrm>
            <a:off x="4365704" y="2689464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DF6117F-B3DC-8E44-18E6-8DFCC6C6E117}"/>
              </a:ext>
            </a:extLst>
          </p:cNvPr>
          <p:cNvCxnSpPr>
            <a:cxnSpLocks/>
          </p:cNvCxnSpPr>
          <p:nvPr/>
        </p:nvCxnSpPr>
        <p:spPr>
          <a:xfrm>
            <a:off x="4365704" y="2689464"/>
            <a:ext cx="33843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EF908D-EBE6-022D-2267-9CEB2E6B38DA}"/>
              </a:ext>
            </a:extLst>
          </p:cNvPr>
          <p:cNvSpPr txBox="1"/>
          <p:nvPr/>
        </p:nvSpPr>
        <p:spPr>
          <a:xfrm>
            <a:off x="251520" y="3890232"/>
            <a:ext cx="56886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Ex) </a:t>
            </a:r>
            <a:r>
              <a:rPr lang="en-US" altLang="ko-KR" sz="1300" b="1" dirty="0">
                <a:latin typeface="Consolas" panose="020B0609020204030204" pitchFamily="49" charset="0"/>
              </a:rPr>
              <a:t>Delay time </a:t>
            </a:r>
            <a:r>
              <a:rPr lang="en-US" altLang="ko-KR" sz="1300" dirty="0">
                <a:latin typeface="Consolas" panose="020B0609020204030204" pitchFamily="49" charset="0"/>
              </a:rPr>
              <a:t>: 3 seconds</a:t>
            </a:r>
            <a:r>
              <a:rPr lang="ko-KR" altLang="en-US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ko-KR" altLang="en-US" sz="1300" dirty="0">
                <a:latin typeface="Consolas" panose="020B0609020204030204" pitchFamily="49" charset="0"/>
              </a:rPr>
              <a:t>설정 범위 </a:t>
            </a:r>
            <a:r>
              <a:rPr lang="en-US" altLang="ko-KR" sz="1300" dirty="0">
                <a:latin typeface="Consolas" panose="020B0609020204030204" pitchFamily="49" charset="0"/>
              </a:rPr>
              <a:t>0 ~ 20 seconds)</a:t>
            </a:r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F76DA2-EDB8-D3A4-2913-173A6A7E52B6}"/>
              </a:ext>
            </a:extLst>
          </p:cNvPr>
          <p:cNvSpPr txBox="1"/>
          <p:nvPr/>
        </p:nvSpPr>
        <p:spPr>
          <a:xfrm>
            <a:off x="261248" y="4403006"/>
            <a:ext cx="14625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highlight>
                  <a:srgbClr val="FFFFFF"/>
                </a:highlight>
                <a:latin typeface="Consolas" panose="020B0609020204030204" pitchFamily="49" charset="0"/>
              </a:rPr>
              <a:t>화재 출력 신호</a:t>
            </a:r>
            <a:endParaRPr lang="en-US" altLang="ko-KR" sz="13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4CD00E3-0B7F-002F-31A5-4AEC37165CE7}"/>
              </a:ext>
            </a:extLst>
          </p:cNvPr>
          <p:cNvCxnSpPr>
            <a:cxnSpLocks/>
          </p:cNvCxnSpPr>
          <p:nvPr/>
        </p:nvCxnSpPr>
        <p:spPr>
          <a:xfrm>
            <a:off x="1738497" y="4725144"/>
            <a:ext cx="682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B5962AA-52A5-3E9F-A36D-8CC47806CC35}"/>
              </a:ext>
            </a:extLst>
          </p:cNvPr>
          <p:cNvCxnSpPr>
            <a:cxnSpLocks/>
          </p:cNvCxnSpPr>
          <p:nvPr/>
        </p:nvCxnSpPr>
        <p:spPr>
          <a:xfrm>
            <a:off x="3748607" y="4369910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8348317-DEC7-BA6A-EDD1-CEDA36E5683A}"/>
              </a:ext>
            </a:extLst>
          </p:cNvPr>
          <p:cNvCxnSpPr>
            <a:cxnSpLocks/>
          </p:cNvCxnSpPr>
          <p:nvPr/>
        </p:nvCxnSpPr>
        <p:spPr>
          <a:xfrm>
            <a:off x="2421488" y="4372222"/>
            <a:ext cx="1331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225DB0D-D150-BB88-AD1E-A52F9848AD6C}"/>
              </a:ext>
            </a:extLst>
          </p:cNvPr>
          <p:cNvCxnSpPr>
            <a:cxnSpLocks/>
          </p:cNvCxnSpPr>
          <p:nvPr/>
        </p:nvCxnSpPr>
        <p:spPr>
          <a:xfrm>
            <a:off x="2421488" y="4369910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A1E12FB-0F56-438D-913A-BB15CB98EC51}"/>
              </a:ext>
            </a:extLst>
          </p:cNvPr>
          <p:cNvCxnSpPr>
            <a:cxnSpLocks/>
          </p:cNvCxnSpPr>
          <p:nvPr/>
        </p:nvCxnSpPr>
        <p:spPr>
          <a:xfrm>
            <a:off x="3748607" y="4723877"/>
            <a:ext cx="6170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08CF231-BA70-0567-C614-367342668814}"/>
              </a:ext>
            </a:extLst>
          </p:cNvPr>
          <p:cNvCxnSpPr>
            <a:cxnSpLocks/>
          </p:cNvCxnSpPr>
          <p:nvPr/>
        </p:nvCxnSpPr>
        <p:spPr>
          <a:xfrm>
            <a:off x="4365704" y="4369910"/>
            <a:ext cx="0" cy="35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FD3493D-2914-5C08-8960-829F27FE5EBC}"/>
              </a:ext>
            </a:extLst>
          </p:cNvPr>
          <p:cNvCxnSpPr>
            <a:cxnSpLocks/>
          </p:cNvCxnSpPr>
          <p:nvPr/>
        </p:nvCxnSpPr>
        <p:spPr>
          <a:xfrm>
            <a:off x="4365704" y="4369910"/>
            <a:ext cx="33843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E1D9AD10-EE27-0C84-2C42-1ED5578E5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37908"/>
              </p:ext>
            </p:extLst>
          </p:nvPr>
        </p:nvGraphicFramePr>
        <p:xfrm>
          <a:off x="1728766" y="4959552"/>
          <a:ext cx="601158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954">
                  <a:extLst>
                    <a:ext uri="{9D8B030D-6E8A-4147-A177-3AD203B41FA5}">
                      <a16:colId xmlns:a16="http://schemas.microsoft.com/office/drawing/2014/main" val="1631787393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006537998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207294036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567858782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3080241509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3411260391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78439606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1224497203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291324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3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3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2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3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3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2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1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0</a:t>
                      </a:r>
                      <a:endParaRPr lang="en-US" altLang="ko-KR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47743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21C3FFA-69B5-7242-DEE7-84792B86DC20}"/>
              </a:ext>
            </a:extLst>
          </p:cNvPr>
          <p:cNvSpPr txBox="1"/>
          <p:nvPr/>
        </p:nvSpPr>
        <p:spPr>
          <a:xfrm>
            <a:off x="335256" y="4988128"/>
            <a:ext cx="12718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Consolas" panose="020B0609020204030204" pitchFamily="49" charset="0"/>
              </a:rPr>
              <a:t>Delay time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CFD0E-AEAD-D366-2FC1-5D512FED2244}"/>
              </a:ext>
            </a:extLst>
          </p:cNvPr>
          <p:cNvSpPr txBox="1"/>
          <p:nvPr/>
        </p:nvSpPr>
        <p:spPr>
          <a:xfrm>
            <a:off x="270976" y="5589240"/>
            <a:ext cx="14625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highlight>
                  <a:srgbClr val="FFFFFF"/>
                </a:highlight>
                <a:latin typeface="Consolas" panose="020B0609020204030204" pitchFamily="49" charset="0"/>
              </a:rPr>
              <a:t>최종 출력 신호</a:t>
            </a:r>
            <a:endParaRPr lang="en-US" altLang="ko-KR" sz="13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BCBF3E4-B541-55AB-5163-C33070FE5D74}"/>
              </a:ext>
            </a:extLst>
          </p:cNvPr>
          <p:cNvCxnSpPr>
            <a:cxnSpLocks/>
          </p:cNvCxnSpPr>
          <p:nvPr/>
        </p:nvCxnSpPr>
        <p:spPr>
          <a:xfrm flipV="1">
            <a:off x="5292080" y="5651390"/>
            <a:ext cx="1059236" cy="3899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734E470-7FC5-3199-C4D6-9CBD440FD010}"/>
              </a:ext>
            </a:extLst>
          </p:cNvPr>
          <p:cNvSpPr txBox="1"/>
          <p:nvPr/>
        </p:nvSpPr>
        <p:spPr>
          <a:xfrm>
            <a:off x="3491880" y="6041298"/>
            <a:ext cx="2880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지연시간 경과 후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최종 화재 신호 출력</a:t>
            </a:r>
            <a:endParaRPr lang="en-US" altLang="ko-KR" sz="10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8DC9F-3892-C44B-FDAC-FE99A4FD048C}"/>
              </a:ext>
            </a:extLst>
          </p:cNvPr>
          <p:cNvSpPr txBox="1"/>
          <p:nvPr/>
        </p:nvSpPr>
        <p:spPr>
          <a:xfrm>
            <a:off x="2534509" y="4153155"/>
            <a:ext cx="100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Flame </a:t>
            </a:r>
            <a:r>
              <a:rPr lang="en-US" altLang="ko-KR" sz="10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cnt</a:t>
            </a:r>
            <a:endParaRPr lang="en-US" altLang="ko-KR" sz="10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89498-119B-1F90-E03C-1FA645197D29}"/>
              </a:ext>
            </a:extLst>
          </p:cNvPr>
          <p:cNvSpPr txBox="1"/>
          <p:nvPr/>
        </p:nvSpPr>
        <p:spPr>
          <a:xfrm>
            <a:off x="5553039" y="4106337"/>
            <a:ext cx="100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Flame </a:t>
            </a:r>
            <a:r>
              <a:rPr lang="en-US" altLang="ko-KR" sz="10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cnt</a:t>
            </a:r>
            <a:endParaRPr lang="en-US" altLang="ko-KR" sz="10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3FCB1-8356-4443-47DB-16363B246880}"/>
              </a:ext>
            </a:extLst>
          </p:cNvPr>
          <p:cNvSpPr txBox="1"/>
          <p:nvPr/>
        </p:nvSpPr>
        <p:spPr>
          <a:xfrm>
            <a:off x="284215" y="4638680"/>
            <a:ext cx="14625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(Flame </a:t>
            </a:r>
            <a:r>
              <a:rPr lang="en-US" altLang="ko-KR" sz="1300" dirty="0" err="1">
                <a:highlight>
                  <a:srgbClr val="FFFFFF"/>
                </a:highlight>
                <a:latin typeface="Consolas" panose="020B0609020204030204" pitchFamily="49" charset="0"/>
              </a:rPr>
              <a:t>cnt</a:t>
            </a:r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626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12EC-724A-215C-0E88-3EEDBA6C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D6498BB-4C40-B2CB-7723-996CC846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GTF-1100 Detection delay Time </a:t>
            </a:r>
            <a:r>
              <a:rPr lang="ko-KR" altLang="en-US" dirty="0"/>
              <a:t>추가 내용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B4D8E-C5E0-A241-1883-38227010B67A}"/>
              </a:ext>
            </a:extLst>
          </p:cNvPr>
          <p:cNvSpPr txBox="1"/>
          <p:nvPr/>
        </p:nvSpPr>
        <p:spPr>
          <a:xfrm>
            <a:off x="419823" y="980728"/>
            <a:ext cx="31440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Consolas" panose="020B0609020204030204" pitchFamily="49" charset="0"/>
              </a:rPr>
              <a:t>Delay time </a:t>
            </a:r>
            <a:r>
              <a:rPr lang="ko-KR" altLang="en-US" sz="1300" dirty="0">
                <a:latin typeface="Consolas" panose="020B0609020204030204" pitchFamily="49" charset="0"/>
              </a:rPr>
              <a:t>설정 방법 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ko-KR" altLang="en-US" sz="1300" dirty="0">
                <a:latin typeface="Consolas" panose="020B0609020204030204" pitchFamily="49" charset="0"/>
              </a:rPr>
              <a:t>모드 버스</a:t>
            </a:r>
            <a:r>
              <a:rPr lang="en-US" altLang="ko-KR" sz="1300" dirty="0">
                <a:latin typeface="Consolas" panose="020B0609020204030204" pitchFamily="49" charset="0"/>
              </a:rPr>
              <a:t>)</a:t>
            </a:r>
            <a:r>
              <a:rPr lang="en-US" altLang="ko-KR" sz="1300" dirty="0"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64249B-8DD6-D66E-00D3-54FFC6498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53827"/>
            <a:ext cx="4820323" cy="4715533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1C1EE80-D4BB-758F-40A9-C90B02DB73C1}"/>
              </a:ext>
            </a:extLst>
          </p:cNvPr>
          <p:cNvCxnSpPr>
            <a:cxnSpLocks/>
          </p:cNvCxnSpPr>
          <p:nvPr/>
        </p:nvCxnSpPr>
        <p:spPr>
          <a:xfrm flipH="1">
            <a:off x="762122" y="1755167"/>
            <a:ext cx="137470" cy="6511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7F48C3-F7CB-EC57-DE0F-C184256E00E5}"/>
              </a:ext>
            </a:extLst>
          </p:cNvPr>
          <p:cNvSpPr txBox="1"/>
          <p:nvPr/>
        </p:nvSpPr>
        <p:spPr>
          <a:xfrm>
            <a:off x="841784" y="1597386"/>
            <a:ext cx="1229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통신 설정 환경</a:t>
            </a:r>
            <a:endParaRPr lang="en-US" altLang="ko-KR" sz="9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B9B45DF-DC94-83C9-2C8F-AC1B3D3FF519}"/>
              </a:ext>
            </a:extLst>
          </p:cNvPr>
          <p:cNvCxnSpPr>
            <a:cxnSpLocks/>
          </p:cNvCxnSpPr>
          <p:nvPr/>
        </p:nvCxnSpPr>
        <p:spPr>
          <a:xfrm flipH="1">
            <a:off x="1052902" y="1755167"/>
            <a:ext cx="1214842" cy="6672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807B93-ABA8-D5CE-CF31-6CA3A4E7BB4C}"/>
              </a:ext>
            </a:extLst>
          </p:cNvPr>
          <p:cNvSpPr txBox="1"/>
          <p:nvPr/>
        </p:nvSpPr>
        <p:spPr>
          <a:xfrm>
            <a:off x="2224693" y="1582119"/>
            <a:ext cx="1229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통신 연결</a:t>
            </a:r>
            <a:endParaRPr lang="en-US" altLang="ko-KR" sz="9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FF7D99A-4143-335F-938B-F5407C995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103" y="4005064"/>
            <a:ext cx="4506219" cy="194421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EBC703-6ED8-C5DD-97B1-514E1B749A9A}"/>
              </a:ext>
            </a:extLst>
          </p:cNvPr>
          <p:cNvSpPr txBox="1"/>
          <p:nvPr/>
        </p:nvSpPr>
        <p:spPr>
          <a:xfrm>
            <a:off x="6156177" y="3466744"/>
            <a:ext cx="1229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highlight>
                  <a:srgbClr val="FFFFFF"/>
                </a:highlight>
                <a:latin typeface="Consolas" panose="020B0609020204030204" pitchFamily="49" charset="0"/>
              </a:rPr>
              <a:t>통신 설정</a:t>
            </a:r>
            <a:endParaRPr lang="en-US" altLang="ko-KR" sz="9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0F9B51-EB46-A8E1-033F-C507402C5687}"/>
              </a:ext>
            </a:extLst>
          </p:cNvPr>
          <p:cNvSpPr txBox="1"/>
          <p:nvPr/>
        </p:nvSpPr>
        <p:spPr>
          <a:xfrm>
            <a:off x="6164821" y="3710753"/>
            <a:ext cx="25836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ighlight>
                  <a:srgbClr val="FFFFFF"/>
                </a:highlight>
                <a:latin typeface="Consolas" panose="020B0609020204030204" pitchFamily="49" charset="0"/>
              </a:rPr>
              <a:t>1. </a:t>
            </a:r>
            <a:r>
              <a:rPr lang="ko-KR" altLang="en-US" sz="900" dirty="0">
                <a:highlight>
                  <a:srgbClr val="FFFFFF"/>
                </a:highlight>
                <a:latin typeface="Consolas" panose="020B0609020204030204" pitchFamily="49" charset="0"/>
              </a:rPr>
              <a:t>해당 통신포트 연결</a:t>
            </a:r>
            <a:r>
              <a:rPr lang="en-US" altLang="ko-KR" sz="900" dirty="0"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ko-KR" altLang="en-US" sz="900" dirty="0">
                <a:highlight>
                  <a:srgbClr val="FFFFFF"/>
                </a:highlight>
                <a:latin typeface="Consolas" panose="020B0609020204030204" pitchFamily="49" charset="0"/>
              </a:rPr>
              <a:t>아래 설정 참조</a:t>
            </a:r>
            <a:endParaRPr lang="en-US" altLang="ko-KR" sz="9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5418D-0147-17DA-68C0-ED3E09B169D5}"/>
              </a:ext>
            </a:extLst>
          </p:cNvPr>
          <p:cNvSpPr txBox="1"/>
          <p:nvPr/>
        </p:nvSpPr>
        <p:spPr>
          <a:xfrm>
            <a:off x="6164821" y="3955377"/>
            <a:ext cx="25836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ighlight>
                  <a:srgbClr val="FFFFFF"/>
                </a:highlight>
                <a:latin typeface="Consolas" panose="020B0609020204030204" pitchFamily="49" charset="0"/>
              </a:rPr>
              <a:t>2. </a:t>
            </a:r>
            <a:r>
              <a:rPr lang="ko-KR" altLang="en-US" sz="900" dirty="0">
                <a:highlight>
                  <a:srgbClr val="FFFFFF"/>
                </a:highlight>
                <a:latin typeface="Consolas" panose="020B0609020204030204" pitchFamily="49" charset="0"/>
              </a:rPr>
              <a:t>설정 완료 후</a:t>
            </a:r>
            <a:r>
              <a:rPr lang="en-US" altLang="ko-KR" sz="900" dirty="0"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ko-KR" altLang="en-US" sz="900" dirty="0">
                <a:highlight>
                  <a:srgbClr val="FFFFFF"/>
                </a:highlight>
                <a:latin typeface="Consolas" panose="020B0609020204030204" pitchFamily="49" charset="0"/>
              </a:rPr>
              <a:t>통신 연결</a:t>
            </a:r>
            <a:endParaRPr lang="en-US" altLang="ko-KR" sz="900" dirty="0"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08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83F3-67ED-5E11-F4A5-A0934652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D15983D-AC7E-FD62-BD83-482AF149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GTF-1100 Detection delay Time </a:t>
            </a:r>
            <a:r>
              <a:rPr lang="ko-KR" altLang="en-US" dirty="0"/>
              <a:t>추가 내용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B3FC9E-09E0-5FAE-D8A2-541620336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4820323" cy="4715533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B85031E-40F6-49B1-5A08-23858444A46F}"/>
              </a:ext>
            </a:extLst>
          </p:cNvPr>
          <p:cNvSpPr/>
          <p:nvPr/>
        </p:nvSpPr>
        <p:spPr>
          <a:xfrm>
            <a:off x="645822" y="2191917"/>
            <a:ext cx="3926177" cy="712879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7323FF-2D68-BB12-F519-6CC95CB48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14" y="3941585"/>
            <a:ext cx="3829584" cy="1047896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1CA50DD-CCD6-6EB4-48B6-B54FC4F7AD6E}"/>
              </a:ext>
            </a:extLst>
          </p:cNvPr>
          <p:cNvCxnSpPr>
            <a:cxnSpLocks/>
          </p:cNvCxnSpPr>
          <p:nvPr/>
        </p:nvCxnSpPr>
        <p:spPr>
          <a:xfrm flipH="1" flipV="1">
            <a:off x="2229633" y="3532887"/>
            <a:ext cx="974215" cy="2308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A7EDA9-77A4-B12D-BBEE-2517F8D47383}"/>
              </a:ext>
            </a:extLst>
          </p:cNvPr>
          <p:cNvSpPr txBox="1"/>
          <p:nvPr/>
        </p:nvSpPr>
        <p:spPr>
          <a:xfrm>
            <a:off x="3156760" y="3611718"/>
            <a:ext cx="392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더블 클릭해서 설정하고자 하는 </a:t>
            </a:r>
            <a:r>
              <a:rPr lang="en-US" altLang="ko-KR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 time </a:t>
            </a:r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입력 </a:t>
            </a:r>
            <a:r>
              <a:rPr lang="en-US" altLang="ko-KR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(0~20)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CEAF394-29A3-0DA0-A0DA-8390A556C13F}"/>
              </a:ext>
            </a:extLst>
          </p:cNvPr>
          <p:cNvSpPr/>
          <p:nvPr/>
        </p:nvSpPr>
        <p:spPr>
          <a:xfrm>
            <a:off x="1331640" y="4653136"/>
            <a:ext cx="1152128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63F5224-6286-7842-24AB-FB9D2FF7662F}"/>
              </a:ext>
            </a:extLst>
          </p:cNvPr>
          <p:cNvCxnSpPr>
            <a:cxnSpLocks/>
          </p:cNvCxnSpPr>
          <p:nvPr/>
        </p:nvCxnSpPr>
        <p:spPr>
          <a:xfrm flipH="1">
            <a:off x="3419872" y="1733320"/>
            <a:ext cx="720080" cy="3696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7D7BBC-6A17-49C8-FCEF-8FFF6F7CCD25}"/>
              </a:ext>
            </a:extLst>
          </p:cNvPr>
          <p:cNvSpPr txBox="1"/>
          <p:nvPr/>
        </p:nvSpPr>
        <p:spPr>
          <a:xfrm>
            <a:off x="4139952" y="1573048"/>
            <a:ext cx="1800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모드버스 설정</a:t>
            </a:r>
            <a:endParaRPr lang="en-US" altLang="ko-KR" sz="9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152686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41376</TotalTime>
  <Words>148</Words>
  <Application>Microsoft Office PowerPoint</Application>
  <PresentationFormat>화면 슬라이드 쇼(4:3)</PresentationFormat>
  <Paragraphs>45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나눔고딕</vt:lpstr>
      <vt:lpstr>나눔고딕 ExtraBold</vt:lpstr>
      <vt:lpstr>맑은 고딕</vt:lpstr>
      <vt:lpstr>Arial</vt:lpstr>
      <vt:lpstr>Calibri</vt:lpstr>
      <vt:lpstr>Consolas</vt:lpstr>
      <vt:lpstr>표지</vt:lpstr>
      <vt:lpstr>GTF-1100 Detection delay Time 추가 내용</vt:lpstr>
      <vt:lpstr>GTF-1100 Detection delay Time 추가 내용</vt:lpstr>
      <vt:lpstr>GTF-1100 Detection delay Time 추가 내용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Sang Hyeun</dc:creator>
  <cp:lastModifiedBy>트론 가스</cp:lastModifiedBy>
  <cp:revision>692</cp:revision>
  <cp:lastPrinted>2025-06-04T06:30:22Z</cp:lastPrinted>
  <dcterms:created xsi:type="dcterms:W3CDTF">2018-02-13T08:45:12Z</dcterms:created>
  <dcterms:modified xsi:type="dcterms:W3CDTF">2025-10-16T09:46:44Z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UtMDctMTBUMDI6MTk6MjVaIiwicElEIjoyMDQ4LCJwcm9jZXNzSWQiOjE2MTcyLCJwcm9jZXNzTmFtZSI6IlVuUGFja2FnZXJCYXRjaC5leGUiLCJ0cmFjZUlkIjoiOUExREQ4RkQ1MTgwNEIwQjI4QjM4NjJCODU3OERDRTkiLCJ1c2VyQ29kZSI6IiJ9LCJub2RlMiI6eyJkc2QiOiIwMTAwMDAwMDAwMDA0MTQ1IiwibG9nVGltZSI6IjIwMjUtMDctMTFUMDA6MjA6MTJaIiwicElEIjoxLCJwcm9jZXNzSWQiOjE2MTcyLCJwcm9jZXNzTmFtZSI6ImZfYmF0bWdyLmV4ZSIsInRyYWNlSWQiOiI2OTg3OTlBMDBDQjI0QjhEQkQ5NzgwNzU0NzlDODE5NyIsInVzZXJDb2RlIjoiam15b28ifSwibm9kZTMiOnsiZHNkIjoiMDAwMDAwMDAwMDAwMDAwMCIsImxvZ1RpbWUiOiIyMDI1LTA5LTA5VDAxOjE4OjAzWiIsInBJRCI6MjA0OCwicHJvY2Vzc0lkIjoxNjE3MiwicHJvY2Vzc05hbWUiOiJVblBhY2thZ2VyQmF0Y2guZXhlIiwidHJhY2VJZCI6IjVBM0I1MDg1QzIyQjZDOUI5MDk4REUyRDQ4NjMxNUZFIiwidXNlckNvZGUiOiIifSwibm9kZTQiOnsiZHNkIjoiMDEwMDAwMDAwMDAwNDE0NSIsImxvZ1RpbWUiOiIyMDI1LTEwLTE2VDA3OjQ1OjAxWiIsInBJRCI6MSwicHJvY2Vzc0lkIjozOTQ4LCJwcm9jZXNzTmFtZSI6IlBPV0VSUE5ULkVYRSIsInRyYWNlSWQiOiI0RTlERDQyNEU0RjY0RjA0QjhEOUE0NkM3RTg2QkVBMiIsInVzZXJDb2RlIjoiam15b28ifSwibm9kZTUiOnsiZHNkIjoiMDAwMDAwMDAwMDAwMDAwMCIsImxvZ1RpbWUiOiIyMDI1LTExLTI0VDA0OjI5OjA5WiIsInBJRCI6MjA0OCwicHJvY2Vzc0lkIjo3MjUyLCJwcm9jZXNzTmFtZSI6IlBPV0VSUE5ULkVYRSIsInRyYWNlSWQiOiI4NzdCNTJGNTg0RTQ0OUI4QUNDOUIyQ0ZENDY5MDFBNiIsInVzZXJDb2RlIjoiam15b28ifSwibm9kZUNvdW50Ijo2LCJyb290VHJhY2VJZCI6IkFEMjg4MkI2NkE1RjRENUZCMUY3NjM2OTA3RTUyOEU2In0=</vt:lpwstr>
  </property>
</Properties>
</file>